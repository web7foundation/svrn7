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1107" r:id="rId2"/>
    <p:sldId id="1108" r:id="rId3"/>
    <p:sldId id="1109" r:id="rId4"/>
    <p:sldId id="1110" r:id="rId5"/>
    <p:sldId id="1111" r:id="rId6"/>
    <p:sldId id="111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E1DD136-D30C-48C0-A777-34A4B1A96447}">
          <p14:sldIdLst>
            <p14:sldId id="1107"/>
            <p14:sldId id="1108"/>
            <p14:sldId id="1109"/>
            <p14:sldId id="1110"/>
            <p14:sldId id="1111"/>
            <p14:sldId id="1112"/>
          </p14:sldIdLst>
        </p14:section>
        <p14:section name="Groove Workspace Network Architecture" id="{F825CC7E-2644-46BA-8CD7-FA918576D275}">
          <p14:sldIdLst/>
        </p14:section>
        <p14:section name="Problem Statement" id="{17C9C4F0-C4FD-413D-87A1-BC239A15C8B8}">
          <p14:sldIdLst/>
        </p14:section>
        <p14:section name="Marketplace for Ideas" id="{9CCB3536-FCC3-4DDE-8BA6-A0C14F0650B1}">
          <p14:sldIdLst/>
        </p14:section>
        <p14:section name="Perimeter of Trust" id="{3D431B41-BE0F-49BC-9CEE-5657A5850259}">
          <p14:sldIdLst/>
        </p14:section>
        <p14:section name="Trust Triangles" id="{F13A630B-79A8-40DD-87C1-A557F9113C54}">
          <p14:sldIdLst/>
        </p14:section>
        <p14:section name="DIDComm Notation - RAW" id="{30971532-7F8A-4314-A030-B6861BA34D20}">
          <p14:sldIdLst/>
        </p14:section>
        <p14:section name="Structured Credentials" id="{617151EA-DB32-4F67-A4D3-B9C0F231BCCA}">
          <p14:sldIdLst/>
        </p14:section>
        <p14:section name="Level 0 REST/HTTP Agent Model - RAW" id="{0B46E924-0F58-4FEE-8038-E5F894E4FBEA}">
          <p14:sldIdLst/>
        </p14:section>
        <p14:section name="Level 1 DID Addressable Agent Model - RAW" id="{C8B13483-B71A-48CC-8F2A-054DA4928A4F}">
          <p14:sldIdLst/>
        </p14:section>
        <p14:section name="Layer 2 DIDComm Agent Model - RAW" id="{34FD9B0D-22F7-4059-92B5-607D809F3D4B}">
          <p14:sldIdLst/>
        </p14:section>
        <p14:section name="Level 3 DIDCOMM Agent w/ Verifiable Credential Attachments Model - RAW" id="{468C2D7A-7C95-42E9-8F0B-776CE279D286}">
          <p14:sldIdLst/>
        </p14:section>
        <p14:section name="Personification - RAW" id="{07CDE898-5BA4-46F4-BF7A-6358D8DE542B}">
          <p14:sldIdLst/>
        </p14:section>
        <p14:section name="Mesh - RAW" id="{766152CD-33B1-4EAA-B007-5D65629BF24C}">
          <p14:sldIdLst/>
        </p14:section>
        <p14:section name="Layer 4 DIDComm Agent Mesh Network - RAW" id="{ACF3C727-0524-4130-9A80-37107E023D03}">
          <p14:sldIdLst/>
        </p14:section>
        <p14:section name="Layer 5 DIDComm User Agent Model - RAW" id="{F68E0F2B-169D-4BBE-B295-6C27DFD3F7CB}">
          <p14:sldIdLst/>
        </p14:section>
        <p14:section name="Identity Wallet vs. DIDComm Agent" id="{8E9F7A8E-E312-4F85-AC1D-60557F3FA138}">
          <p14:sldIdLst/>
        </p14:section>
        <p14:section name="Layer 6 Web 7.0 Model" id="{A16179AD-5C12-4F55-B813-2B3803475E0A}">
          <p14:sldIdLst/>
        </p14:section>
        <p14:section name="Authentic Conversations Spectrum" id="{83D8E061-8864-45DE-A3B5-B1FE53B7B3EC}">
          <p14:sldIdLst/>
        </p14:section>
        <p14:section name="WEB 7.0" id="{07AA89BB-5EFD-4392-864B-8CE43D9CBF69}">
          <p14:sldIdLst/>
        </p14:section>
        <p14:section name="DIDFax" id="{6550F79F-DB80-4E6F-AB49-03F575DDB580}">
          <p14:sldIdLst/>
        </p14:section>
        <p14:section name="DIDLANG DIDRegistry Gateway" id="{CFEC1BD9-3A3E-4A5E-9FCA-178DEEBE8F32}">
          <p14:sldIdLst/>
        </p14:section>
        <p14:section name="Layer 0 Outbound Processing" id="{E78BF145-D2ED-44EF-850F-BC4805E761AF}">
          <p14:sldIdLst/>
        </p14:section>
        <p14:section name="Layer 0 Inbound Processing" id="{DFCDCF89-FE11-4CEB-81F0-D99CA872E47D}">
          <p14:sldIdLst/>
        </p14:section>
        <p14:section name="Layer 2 Outbound Processing" id="{68C42276-5E5E-43BF-8831-C432818E118E}">
          <p14:sldIdLst/>
        </p14:section>
        <p14:section name="Layer 2 Inbound Processing" id="{427D48B1-E9F6-41C0-B521-F94253FF026E}">
          <p14:sldIdLst/>
        </p14:section>
        <p14:section name="DID-DOS 1.0" id="{5950ECC0-7C92-4EAB-AEDA-4839C2FCE812}">
          <p14:sldIdLst/>
        </p14:section>
        <p14:section name="Web5" id="{D6B0F5AC-562F-438C-B6A1-6B69401E4A04}">
          <p14:sldIdLst/>
        </p14:section>
        <p14:section name="Sam Smith" id="{6C46F7C1-0D22-4CA6-AE7F-24E1A0A9AFE0}">
          <p14:sldIdLst/>
        </p14:section>
        <p14:section name="CHM" id="{F2DC49C7-A3B5-4C55-B931-534923EED72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7800"/>
    <a:srgbClr val="FFC48F"/>
    <a:srgbClr val="0068A5"/>
    <a:srgbClr val="DCD8D2"/>
    <a:srgbClr val="E9E7E4"/>
    <a:srgbClr val="DBD7D2"/>
    <a:srgbClr val="D2CFCA"/>
    <a:srgbClr val="8290A4"/>
    <a:srgbClr val="BBAA9A"/>
    <a:srgbClr val="DFD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4B5CA7-BEB3-412E-A64A-3621097F8BE1}" v="103" dt="2026-04-12T16:24:44.3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16" autoAdjust="0"/>
    <p:restoredTop sz="95033" autoAdjust="0"/>
  </p:normalViewPr>
  <p:slideViewPr>
    <p:cSldViewPr snapToGrid="0">
      <p:cViewPr varScale="1">
        <p:scale>
          <a:sx n="69" d="100"/>
          <a:sy n="69" d="100"/>
        </p:scale>
        <p:origin x="1099" y="278"/>
      </p:cViewPr>
      <p:guideLst>
        <p:guide orient="horz" pos="218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8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erman" userId="844217e249c738f3" providerId="LiveId" clId="{8AF0D22E-57A7-4507-8362-C86AA40CA462}"/>
    <pc:docChg chg="undo redo custSel addSld delSld modSld modSection">
      <pc:chgData name="Michael Herman" userId="844217e249c738f3" providerId="LiveId" clId="{8AF0D22E-57A7-4507-8362-C86AA40CA462}" dt="2026-04-12T16:33:12.311" v="5709" actId="20577"/>
      <pc:docMkLst>
        <pc:docMk/>
      </pc:docMkLst>
      <pc:sldChg chg="addSp delSp modSp mod">
        <pc:chgData name="Michael Herman" userId="844217e249c738f3" providerId="LiveId" clId="{8AF0D22E-57A7-4507-8362-C86AA40CA462}" dt="2026-04-08T23:53:10.775" v="529"/>
        <pc:sldMkLst>
          <pc:docMk/>
          <pc:sldMk cId="3226552922" sldId="1107"/>
        </pc:sldMkLst>
        <pc:spChg chg="mod">
          <ac:chgData name="Michael Herman" userId="844217e249c738f3" providerId="LiveId" clId="{8AF0D22E-57A7-4507-8362-C86AA40CA462}" dt="2026-04-08T23:43:49.190" v="404" actId="20577"/>
          <ac:spMkLst>
            <pc:docMk/>
            <pc:sldMk cId="3226552922" sldId="1107"/>
            <ac:spMk id="5" creationId="{B5859EF7-B56F-8F5C-09B8-9F022964591F}"/>
          </ac:spMkLst>
        </pc:spChg>
        <pc:spChg chg="mod">
          <ac:chgData name="Michael Herman" userId="844217e249c738f3" providerId="LiveId" clId="{8AF0D22E-57A7-4507-8362-C86AA40CA462}" dt="2026-04-08T23:25:24.164" v="48" actId="20577"/>
          <ac:spMkLst>
            <pc:docMk/>
            <pc:sldMk cId="3226552922" sldId="1107"/>
            <ac:spMk id="6" creationId="{9D15ED4E-DAFC-D4B6-5A8E-52A487EF7998}"/>
          </ac:spMkLst>
        </pc:spChg>
        <pc:spChg chg="mod">
          <ac:chgData name="Michael Herman" userId="844217e249c738f3" providerId="LiveId" clId="{8AF0D22E-57A7-4507-8362-C86AA40CA462}" dt="2026-04-08T23:40:03.279" v="284" actId="1038"/>
          <ac:spMkLst>
            <pc:docMk/>
            <pc:sldMk cId="3226552922" sldId="1107"/>
            <ac:spMk id="9" creationId="{DC3836F5-7928-B875-62BD-E2DD3230DFF7}"/>
          </ac:spMkLst>
        </pc:spChg>
        <pc:spChg chg="mod topLvl">
          <ac:chgData name="Michael Herman" userId="844217e249c738f3" providerId="LiveId" clId="{8AF0D22E-57A7-4507-8362-C86AA40CA462}" dt="2026-04-08T23:29:32.659" v="127" actId="164"/>
          <ac:spMkLst>
            <pc:docMk/>
            <pc:sldMk cId="3226552922" sldId="1107"/>
            <ac:spMk id="14" creationId="{ECC48854-D477-F2FB-0976-C108A7895394}"/>
          </ac:spMkLst>
        </pc:spChg>
        <pc:spChg chg="mod">
          <ac:chgData name="Michael Herman" userId="844217e249c738f3" providerId="LiveId" clId="{8AF0D22E-57A7-4507-8362-C86AA40CA462}" dt="2026-04-08T23:28:19.807" v="101" actId="14100"/>
          <ac:spMkLst>
            <pc:docMk/>
            <pc:sldMk cId="3226552922" sldId="1107"/>
            <ac:spMk id="15" creationId="{CA175D19-C39B-17BF-BE6E-41B985F1BB42}"/>
          </ac:spMkLst>
        </pc:spChg>
        <pc:spChg chg="mod">
          <ac:chgData name="Michael Herman" userId="844217e249c738f3" providerId="LiveId" clId="{8AF0D22E-57A7-4507-8362-C86AA40CA462}" dt="2026-04-08T23:28:37.992" v="114" actId="14100"/>
          <ac:spMkLst>
            <pc:docMk/>
            <pc:sldMk cId="3226552922" sldId="1107"/>
            <ac:spMk id="17" creationId="{3FA6B9AF-E300-BAB5-9FD4-B3C925F2D086}"/>
          </ac:spMkLst>
        </pc:spChg>
        <pc:spChg chg="mod">
          <ac:chgData name="Michael Herman" userId="844217e249c738f3" providerId="LiveId" clId="{8AF0D22E-57A7-4507-8362-C86AA40CA462}" dt="2026-04-08T23:25:59.002" v="66" actId="20577"/>
          <ac:spMkLst>
            <pc:docMk/>
            <pc:sldMk cId="3226552922" sldId="1107"/>
            <ac:spMk id="18" creationId="{1CDBB9CA-0B8E-CC5C-2162-ABE43166F459}"/>
          </ac:spMkLst>
        </pc:spChg>
        <pc:spChg chg="mod">
          <ac:chgData name="Michael Herman" userId="844217e249c738f3" providerId="LiveId" clId="{8AF0D22E-57A7-4507-8362-C86AA40CA462}" dt="2026-04-08T23:40:03.279" v="284" actId="1038"/>
          <ac:spMkLst>
            <pc:docMk/>
            <pc:sldMk cId="3226552922" sldId="1107"/>
            <ac:spMk id="21" creationId="{84D47336-2624-9929-D594-E00CD92396C8}"/>
          </ac:spMkLst>
        </pc:spChg>
        <pc:spChg chg="mod">
          <ac:chgData name="Michael Herman" userId="844217e249c738f3" providerId="LiveId" clId="{8AF0D22E-57A7-4507-8362-C86AA40CA462}" dt="2026-04-08T23:40:03.279" v="284" actId="1038"/>
          <ac:spMkLst>
            <pc:docMk/>
            <pc:sldMk cId="3226552922" sldId="1107"/>
            <ac:spMk id="22" creationId="{7CEA5C8B-5718-FAC9-540F-FCB9761BDEB7}"/>
          </ac:spMkLst>
        </pc:spChg>
        <pc:spChg chg="mod">
          <ac:chgData name="Michael Herman" userId="844217e249c738f3" providerId="LiveId" clId="{8AF0D22E-57A7-4507-8362-C86AA40CA462}" dt="2026-04-08T23:32:25.358" v="227" actId="1036"/>
          <ac:spMkLst>
            <pc:docMk/>
            <pc:sldMk cId="3226552922" sldId="1107"/>
            <ac:spMk id="26" creationId="{5A33432B-4745-4549-B0CE-AE42706E085D}"/>
          </ac:spMkLst>
        </pc:spChg>
        <pc:spChg chg="mod">
          <ac:chgData name="Michael Herman" userId="844217e249c738f3" providerId="LiveId" clId="{8AF0D22E-57A7-4507-8362-C86AA40CA462}" dt="2026-04-08T23:32:32.136" v="232" actId="1036"/>
          <ac:spMkLst>
            <pc:docMk/>
            <pc:sldMk cId="3226552922" sldId="1107"/>
            <ac:spMk id="30" creationId="{8225CE54-87A2-5114-497A-24314F8E432D}"/>
          </ac:spMkLst>
        </pc:spChg>
        <pc:spChg chg="mod topLvl">
          <ac:chgData name="Michael Herman" userId="844217e249c738f3" providerId="LiveId" clId="{8AF0D22E-57A7-4507-8362-C86AA40CA462}" dt="2026-04-08T23:29:47.569" v="139" actId="164"/>
          <ac:spMkLst>
            <pc:docMk/>
            <pc:sldMk cId="3226552922" sldId="1107"/>
            <ac:spMk id="45" creationId="{B3A20676-23DE-C1CD-917F-2047078311AA}"/>
          </ac:spMkLst>
        </pc:spChg>
        <pc:spChg chg="mod">
          <ac:chgData name="Michael Herman" userId="844217e249c738f3" providerId="LiveId" clId="{8AF0D22E-57A7-4507-8362-C86AA40CA462}" dt="2026-04-08T23:24:55.665" v="44" actId="1037"/>
          <ac:spMkLst>
            <pc:docMk/>
            <pc:sldMk cId="3226552922" sldId="1107"/>
            <ac:spMk id="50" creationId="{02844D86-1AF0-26E6-08C0-E440F7802333}"/>
          </ac:spMkLst>
        </pc:spChg>
        <pc:spChg chg="mod topLvl">
          <ac:chgData name="Michael Herman" userId="844217e249c738f3" providerId="LiveId" clId="{8AF0D22E-57A7-4507-8362-C86AA40CA462}" dt="2026-04-08T23:29:55.052" v="140" actId="164"/>
          <ac:spMkLst>
            <pc:docMk/>
            <pc:sldMk cId="3226552922" sldId="1107"/>
            <ac:spMk id="51" creationId="{385DE272-23C6-5526-7370-EBE2A48B5258}"/>
          </ac:spMkLst>
        </pc:spChg>
        <pc:spChg chg="mod">
          <ac:chgData name="Michael Herman" userId="844217e249c738f3" providerId="LiveId" clId="{8AF0D22E-57A7-4507-8362-C86AA40CA462}" dt="2026-04-08T23:43:16.476" v="388" actId="5793"/>
          <ac:spMkLst>
            <pc:docMk/>
            <pc:sldMk cId="3226552922" sldId="1107"/>
            <ac:spMk id="59" creationId="{8A9C1F84-0D16-1DEA-1ACF-C282B6D0E85B}"/>
          </ac:spMkLst>
        </pc:spChg>
        <pc:spChg chg="mod">
          <ac:chgData name="Michael Herman" userId="844217e249c738f3" providerId="LiveId" clId="{8AF0D22E-57A7-4507-8362-C86AA40CA462}" dt="2026-04-08T23:40:03.279" v="284" actId="1038"/>
          <ac:spMkLst>
            <pc:docMk/>
            <pc:sldMk cId="3226552922" sldId="1107"/>
            <ac:spMk id="63" creationId="{C9833039-549E-20ED-3F3A-C7B82277855D}"/>
          </ac:spMkLst>
        </pc:spChg>
        <pc:spChg chg="mod topLvl">
          <ac:chgData name="Michael Herman" userId="844217e249c738f3" providerId="LiveId" clId="{8AF0D22E-57A7-4507-8362-C86AA40CA462}" dt="2026-04-08T23:48:41.577" v="525" actId="1036"/>
          <ac:spMkLst>
            <pc:docMk/>
            <pc:sldMk cId="3226552922" sldId="1107"/>
            <ac:spMk id="72" creationId="{26778C3C-383B-3112-F2B6-12DCC716B994}"/>
          </ac:spMkLst>
        </pc:spChg>
        <pc:spChg chg="mod topLvl">
          <ac:chgData name="Michael Herman" userId="844217e249c738f3" providerId="LiveId" clId="{8AF0D22E-57A7-4507-8362-C86AA40CA462}" dt="2026-04-08T23:48:06.999" v="521" actId="165"/>
          <ac:spMkLst>
            <pc:docMk/>
            <pc:sldMk cId="3226552922" sldId="1107"/>
            <ac:spMk id="80" creationId="{1F636AE1-6021-8F84-547E-473C3A81C99E}"/>
          </ac:spMkLst>
        </pc:spChg>
        <pc:spChg chg="mod topLvl">
          <ac:chgData name="Michael Herman" userId="844217e249c738f3" providerId="LiveId" clId="{8AF0D22E-57A7-4507-8362-C86AA40CA462}" dt="2026-04-08T23:45:59.129" v="456" actId="165"/>
          <ac:spMkLst>
            <pc:docMk/>
            <pc:sldMk cId="3226552922" sldId="1107"/>
            <ac:spMk id="84" creationId="{3BFDEE75-17C5-35D8-4463-38412A557430}"/>
          </ac:spMkLst>
        </pc:spChg>
        <pc:spChg chg="mod">
          <ac:chgData name="Michael Herman" userId="844217e249c738f3" providerId="LiveId" clId="{8AF0D22E-57A7-4507-8362-C86AA40CA462}" dt="2026-04-08T23:41:21.711" v="348" actId="20577"/>
          <ac:spMkLst>
            <pc:docMk/>
            <pc:sldMk cId="3226552922" sldId="1107"/>
            <ac:spMk id="85" creationId="{E9399C09-A8D4-B367-0609-27A3732C5B6D}"/>
          </ac:spMkLst>
        </pc:spChg>
        <pc:spChg chg="mod topLvl">
          <ac:chgData name="Michael Herman" userId="844217e249c738f3" providerId="LiveId" clId="{8AF0D22E-57A7-4507-8362-C86AA40CA462}" dt="2026-04-08T23:46:08.771" v="457" actId="164"/>
          <ac:spMkLst>
            <pc:docMk/>
            <pc:sldMk cId="3226552922" sldId="1107"/>
            <ac:spMk id="93" creationId="{9DD8F661-D149-7E16-B615-EEBB7569460C}"/>
          </ac:spMkLst>
        </pc:spChg>
        <pc:spChg chg="mod topLvl">
          <ac:chgData name="Michael Herman" userId="844217e249c738f3" providerId="LiveId" clId="{8AF0D22E-57A7-4507-8362-C86AA40CA462}" dt="2026-04-08T23:29:47.569" v="139" actId="164"/>
          <ac:spMkLst>
            <pc:docMk/>
            <pc:sldMk cId="3226552922" sldId="1107"/>
            <ac:spMk id="95" creationId="{7F33D735-429A-FE96-BDAA-22E074FBC76A}"/>
          </ac:spMkLst>
        </pc:spChg>
        <pc:spChg chg="mod topLvl">
          <ac:chgData name="Michael Herman" userId="844217e249c738f3" providerId="LiveId" clId="{8AF0D22E-57A7-4507-8362-C86AA40CA462}" dt="2026-04-08T23:29:32.659" v="127" actId="164"/>
          <ac:spMkLst>
            <pc:docMk/>
            <pc:sldMk cId="3226552922" sldId="1107"/>
            <ac:spMk id="96" creationId="{27E3F108-0167-9876-454B-103ACB89DF2A}"/>
          </ac:spMkLst>
        </pc:spChg>
        <pc:spChg chg="mod topLvl">
          <ac:chgData name="Michael Herman" userId="844217e249c738f3" providerId="LiveId" clId="{8AF0D22E-57A7-4507-8362-C86AA40CA462}" dt="2026-04-08T23:29:55.052" v="140" actId="164"/>
          <ac:spMkLst>
            <pc:docMk/>
            <pc:sldMk cId="3226552922" sldId="1107"/>
            <ac:spMk id="97" creationId="{50B101A8-D0D6-8395-2FF2-595F5D93C0B4}"/>
          </ac:spMkLst>
        </pc:spChg>
        <pc:spChg chg="mod">
          <ac:chgData name="Michael Herman" userId="844217e249c738f3" providerId="LiveId" clId="{8AF0D22E-57A7-4507-8362-C86AA40CA462}" dt="2026-04-08T23:40:03.279" v="284" actId="1038"/>
          <ac:spMkLst>
            <pc:docMk/>
            <pc:sldMk cId="3226552922" sldId="1107"/>
            <ac:spMk id="101" creationId="{17215B14-A70F-7FB2-A6AB-88800B7BBF21}"/>
          </ac:spMkLst>
        </pc:spChg>
        <pc:spChg chg="mod">
          <ac:chgData name="Michael Herman" userId="844217e249c738f3" providerId="LiveId" clId="{8AF0D22E-57A7-4507-8362-C86AA40CA462}" dt="2026-04-08T23:40:03.279" v="284" actId="1038"/>
          <ac:spMkLst>
            <pc:docMk/>
            <pc:sldMk cId="3226552922" sldId="1107"/>
            <ac:spMk id="102" creationId="{5308851C-608A-8FA9-BE83-EDAE2BC1D142}"/>
          </ac:spMkLst>
        </pc:spChg>
        <pc:spChg chg="mod">
          <ac:chgData name="Michael Herman" userId="844217e249c738f3" providerId="LiveId" clId="{8AF0D22E-57A7-4507-8362-C86AA40CA462}" dt="2026-04-08T23:40:03.279" v="284" actId="1038"/>
          <ac:spMkLst>
            <pc:docMk/>
            <pc:sldMk cId="3226552922" sldId="1107"/>
            <ac:spMk id="103" creationId="{EE5CDAD1-4768-84CE-63CB-A00ADCA73CD3}"/>
          </ac:spMkLst>
        </pc:spChg>
        <pc:spChg chg="mod">
          <ac:chgData name="Michael Herman" userId="844217e249c738f3" providerId="LiveId" clId="{8AF0D22E-57A7-4507-8362-C86AA40CA462}" dt="2026-04-08T23:40:03.279" v="284" actId="1038"/>
          <ac:spMkLst>
            <pc:docMk/>
            <pc:sldMk cId="3226552922" sldId="1107"/>
            <ac:spMk id="104" creationId="{B4B39573-1786-BB84-7428-9EDAF4240802}"/>
          </ac:spMkLst>
        </pc:spChg>
        <pc:spChg chg="mod">
          <ac:chgData name="Michael Herman" userId="844217e249c738f3" providerId="LiveId" clId="{8AF0D22E-57A7-4507-8362-C86AA40CA462}" dt="2026-04-08T23:49:15.588" v="528" actId="14100"/>
          <ac:spMkLst>
            <pc:docMk/>
            <pc:sldMk cId="3226552922" sldId="1107"/>
            <ac:spMk id="105" creationId="{7495BB7B-F18D-D3F0-493A-5EC847D5FA50}"/>
          </ac:spMkLst>
        </pc:spChg>
        <pc:spChg chg="mod">
          <ac:chgData name="Michael Herman" userId="844217e249c738f3" providerId="LiveId" clId="{8AF0D22E-57A7-4507-8362-C86AA40CA462}" dt="2026-04-08T23:40:03.279" v="284" actId="1038"/>
          <ac:spMkLst>
            <pc:docMk/>
            <pc:sldMk cId="3226552922" sldId="1107"/>
            <ac:spMk id="106" creationId="{9BAF25A3-C268-BD6A-7E2A-617A0ED3EC47}"/>
          </ac:spMkLst>
        </pc:spChg>
        <pc:grpChg chg="mod">
          <ac:chgData name="Michael Herman" userId="844217e249c738f3" providerId="LiveId" clId="{8AF0D22E-57A7-4507-8362-C86AA40CA462}" dt="2026-04-08T23:40:59.906" v="343" actId="1037"/>
          <ac:grpSpMkLst>
            <pc:docMk/>
            <pc:sldMk cId="3226552922" sldId="1107"/>
            <ac:grpSpMk id="23" creationId="{3D13896C-F789-A8B4-D65B-2B1CBB447DF9}"/>
          </ac:grpSpMkLst>
        </pc:grpChg>
        <pc:grpChg chg="mod">
          <ac:chgData name="Michael Herman" userId="844217e249c738f3" providerId="LiveId" clId="{8AF0D22E-57A7-4507-8362-C86AA40CA462}" dt="2026-04-08T23:40:40.638" v="327" actId="1037"/>
          <ac:grpSpMkLst>
            <pc:docMk/>
            <pc:sldMk cId="3226552922" sldId="1107"/>
            <ac:grpSpMk id="27" creationId="{B90A1749-CD22-788D-22E2-2326822A3269}"/>
          </ac:grpSpMkLst>
        </pc:grpChg>
        <pc:grpChg chg="add mod">
          <ac:chgData name="Michael Herman" userId="844217e249c738f3" providerId="LiveId" clId="{8AF0D22E-57A7-4507-8362-C86AA40CA462}" dt="2026-04-08T23:29:38.941" v="138" actId="1036"/>
          <ac:grpSpMkLst>
            <pc:docMk/>
            <pc:sldMk cId="3226552922" sldId="1107"/>
            <ac:grpSpMk id="46" creationId="{93833C92-E175-B1EB-9690-3395FB14BE5B}"/>
          </ac:grpSpMkLst>
        </pc:grpChg>
        <pc:grpChg chg="add mod">
          <ac:chgData name="Michael Herman" userId="844217e249c738f3" providerId="LiveId" clId="{8AF0D22E-57A7-4507-8362-C86AA40CA462}" dt="2026-04-08T23:30:11.743" v="141" actId="465"/>
          <ac:grpSpMkLst>
            <pc:docMk/>
            <pc:sldMk cId="3226552922" sldId="1107"/>
            <ac:grpSpMk id="48" creationId="{CF34C77A-50AD-9C07-38CB-CBEBA17938E4}"/>
          </ac:grpSpMkLst>
        </pc:grpChg>
        <pc:grpChg chg="add mod ord">
          <ac:chgData name="Michael Herman" userId="844217e249c738f3" providerId="LiveId" clId="{8AF0D22E-57A7-4507-8362-C86AA40CA462}" dt="2026-04-08T23:42:50.587" v="384" actId="166"/>
          <ac:grpSpMkLst>
            <pc:docMk/>
            <pc:sldMk cId="3226552922" sldId="1107"/>
            <ac:grpSpMk id="53" creationId="{C6EEDC0F-B05B-776B-AF0B-245EB713A718}"/>
          </ac:grpSpMkLst>
        </pc:grpChg>
        <pc:grpChg chg="mod">
          <ac:chgData name="Michael Herman" userId="844217e249c738f3" providerId="LiveId" clId="{8AF0D22E-57A7-4507-8362-C86AA40CA462}" dt="2026-04-08T23:28:28.495" v="110" actId="1035"/>
          <ac:grpSpMkLst>
            <pc:docMk/>
            <pc:sldMk cId="3226552922" sldId="1107"/>
            <ac:grpSpMk id="66" creationId="{D8AE37E6-8EC1-A372-AA67-F5ABBE8EC62C}"/>
          </ac:grpSpMkLst>
        </pc:grpChg>
        <pc:grpChg chg="add mod">
          <ac:chgData name="Michael Herman" userId="844217e249c738f3" providerId="LiveId" clId="{8AF0D22E-57A7-4507-8362-C86AA40CA462}" dt="2026-04-08T23:42:40.940" v="383" actId="1035"/>
          <ac:grpSpMkLst>
            <pc:docMk/>
            <pc:sldMk cId="3226552922" sldId="1107"/>
            <ac:grpSpMk id="98" creationId="{401DF34D-E255-A3E1-C343-DB16DF7626AD}"/>
          </ac:grpSpMkLst>
        </pc:grpChg>
        <pc:grpChg chg="add mod">
          <ac:chgData name="Michael Herman" userId="844217e249c738f3" providerId="LiveId" clId="{8AF0D22E-57A7-4507-8362-C86AA40CA462}" dt="2026-04-08T23:47:27.445" v="513" actId="1035"/>
          <ac:grpSpMkLst>
            <pc:docMk/>
            <pc:sldMk cId="3226552922" sldId="1107"/>
            <ac:grpSpMk id="113" creationId="{9642A552-E57F-678E-A5E6-1B2FC0BCDEE7}"/>
          </ac:grpSpMkLst>
        </pc:grpChg>
        <pc:picChg chg="mod topLvl">
          <ac:chgData name="Michael Herman" userId="844217e249c738f3" providerId="LiveId" clId="{8AF0D22E-57A7-4507-8362-C86AA40CA462}" dt="2026-04-08T23:48:06.999" v="521" actId="165"/>
          <ac:picMkLst>
            <pc:docMk/>
            <pc:sldMk cId="3226552922" sldId="1107"/>
            <ac:picMk id="38" creationId="{0B4D7F05-5FEB-C89B-1F9C-018A437979B4}"/>
          </ac:picMkLst>
        </pc:picChg>
        <pc:picChg chg="mod topLvl">
          <ac:chgData name="Michael Herman" userId="844217e249c738f3" providerId="LiveId" clId="{8AF0D22E-57A7-4507-8362-C86AA40CA462}" dt="2026-04-08T23:46:08.771" v="457" actId="164"/>
          <ac:picMkLst>
            <pc:docMk/>
            <pc:sldMk cId="3226552922" sldId="1107"/>
            <ac:picMk id="83" creationId="{A4092C04-794F-ACCE-6ADD-557C28248072}"/>
          </ac:picMkLst>
        </pc:picChg>
        <pc:cxnChg chg="mod">
          <ac:chgData name="Michael Herman" userId="844217e249c738f3" providerId="LiveId" clId="{8AF0D22E-57A7-4507-8362-C86AA40CA462}" dt="2026-04-08T23:40:51.603" v="328" actId="14100"/>
          <ac:cxnSpMkLst>
            <pc:docMk/>
            <pc:sldMk cId="3226552922" sldId="1107"/>
            <ac:cxnSpMk id="24" creationId="{B297F247-A718-1FB5-49DF-7F06946D9675}"/>
          </ac:cxnSpMkLst>
        </pc:cxnChg>
        <pc:cxnChg chg="add mod">
          <ac:chgData name="Michael Herman" userId="844217e249c738f3" providerId="LiveId" clId="{8AF0D22E-57A7-4507-8362-C86AA40CA462}" dt="2026-04-08T23:42:28.401" v="358" actId="164"/>
          <ac:cxnSpMkLst>
            <pc:docMk/>
            <pc:sldMk cId="3226552922" sldId="1107"/>
            <ac:cxnSpMk id="52" creationId="{93839F4D-63BA-69E8-4986-A688BC544541}"/>
          </ac:cxnSpMkLst>
        </pc:cxnChg>
        <pc:cxnChg chg="mod">
          <ac:chgData name="Michael Herman" userId="844217e249c738f3" providerId="LiveId" clId="{8AF0D22E-57A7-4507-8362-C86AA40CA462}" dt="2026-04-08T23:28:37.992" v="114" actId="14100"/>
          <ac:cxnSpMkLst>
            <pc:docMk/>
            <pc:sldMk cId="3226552922" sldId="1107"/>
            <ac:cxnSpMk id="73" creationId="{FC352C77-802C-6A5F-0FA7-C7B53DD4C4E0}"/>
          </ac:cxnSpMkLst>
        </pc:cxnChg>
        <pc:cxnChg chg="mod">
          <ac:chgData name="Michael Herman" userId="844217e249c738f3" providerId="LiveId" clId="{8AF0D22E-57A7-4507-8362-C86AA40CA462}" dt="2026-04-08T23:53:10.775" v="529"/>
          <ac:cxnSpMkLst>
            <pc:docMk/>
            <pc:sldMk cId="3226552922" sldId="1107"/>
            <ac:cxnSpMk id="75" creationId="{B6FB71C1-7F8B-E7C4-31BE-A5E6A8104911}"/>
          </ac:cxnSpMkLst>
        </pc:cxnChg>
        <pc:cxnChg chg="add mod">
          <ac:chgData name="Michael Herman" userId="844217e249c738f3" providerId="LiveId" clId="{8AF0D22E-57A7-4507-8362-C86AA40CA462}" dt="2026-04-08T23:42:28.401" v="358" actId="164"/>
          <ac:cxnSpMkLst>
            <pc:docMk/>
            <pc:sldMk cId="3226552922" sldId="1107"/>
            <ac:cxnSpMk id="78" creationId="{2B1EA352-F8A1-C03F-99B8-A13C1AE739B5}"/>
          </ac:cxnSpMkLst>
        </pc:cxnChg>
        <pc:cxnChg chg="mod">
          <ac:chgData name="Michael Herman" userId="844217e249c738f3" providerId="LiveId" clId="{8AF0D22E-57A7-4507-8362-C86AA40CA462}" dt="2026-04-08T23:47:27.445" v="513" actId="1035"/>
          <ac:cxnSpMkLst>
            <pc:docMk/>
            <pc:sldMk cId="3226552922" sldId="1107"/>
            <ac:cxnSpMk id="86" creationId="{26D269E9-0B24-C8EF-D9DC-22B705D42058}"/>
          </ac:cxnSpMkLst>
        </pc:cxnChg>
        <pc:cxnChg chg="mod">
          <ac:chgData name="Michael Herman" userId="844217e249c738f3" providerId="LiveId" clId="{8AF0D22E-57A7-4507-8362-C86AA40CA462}" dt="2026-04-08T23:42:28.401" v="358" actId="164"/>
          <ac:cxnSpMkLst>
            <pc:docMk/>
            <pc:sldMk cId="3226552922" sldId="1107"/>
            <ac:cxnSpMk id="92" creationId="{93D40E7B-69B2-7D9C-F553-319695307C20}"/>
          </ac:cxnSpMkLst>
        </pc:cxnChg>
      </pc:sldChg>
      <pc:sldChg chg="addSp delSp modSp add mod">
        <pc:chgData name="Michael Herman" userId="844217e249c738f3" providerId="LiveId" clId="{8AF0D22E-57A7-4507-8362-C86AA40CA462}" dt="2026-04-09T22:15:29.229" v="1640" actId="1036"/>
        <pc:sldMkLst>
          <pc:docMk/>
          <pc:sldMk cId="2773478263" sldId="1108"/>
        </pc:sldMkLst>
        <pc:spChg chg="add mod">
          <ac:chgData name="Michael Herman" userId="844217e249c738f3" providerId="LiveId" clId="{8AF0D22E-57A7-4507-8362-C86AA40CA462}" dt="2026-04-09T21:56:37.829" v="1254" actId="1076"/>
          <ac:spMkLst>
            <pc:docMk/>
            <pc:sldMk cId="2773478263" sldId="1108"/>
            <ac:spMk id="2" creationId="{320B6053-B151-6CFC-6F3A-3A6813D59541}"/>
          </ac:spMkLst>
        </pc:spChg>
        <pc:spChg chg="mod">
          <ac:chgData name="Michael Herman" userId="844217e249c738f3" providerId="LiveId" clId="{8AF0D22E-57A7-4507-8362-C86AA40CA462}" dt="2026-04-09T22:09:42.181" v="1499" actId="20577"/>
          <ac:spMkLst>
            <pc:docMk/>
            <pc:sldMk cId="2773478263" sldId="1108"/>
            <ac:spMk id="6" creationId="{BA1D058A-1C91-BAE5-199B-0DA2C9FF7F3A}"/>
          </ac:spMkLst>
        </pc:spChg>
        <pc:spChg chg="mod topLvl">
          <ac:chgData name="Michael Herman" userId="844217e249c738f3" providerId="LiveId" clId="{8AF0D22E-57A7-4507-8362-C86AA40CA462}" dt="2026-04-09T22:14:20.621" v="1628" actId="164"/>
          <ac:spMkLst>
            <pc:docMk/>
            <pc:sldMk cId="2773478263" sldId="1108"/>
            <ac:spMk id="7" creationId="{18B39B8B-B41F-2FEC-29C0-F917913DE921}"/>
          </ac:spMkLst>
        </pc:spChg>
        <pc:spChg chg="mod">
          <ac:chgData name="Michael Herman" userId="844217e249c738f3" providerId="LiveId" clId="{8AF0D22E-57A7-4507-8362-C86AA40CA462}" dt="2026-04-09T21:52:57.420" v="931" actId="164"/>
          <ac:spMkLst>
            <pc:docMk/>
            <pc:sldMk cId="2773478263" sldId="1108"/>
            <ac:spMk id="8" creationId="{A2F50114-6F51-6C7E-AA5B-077DF2053637}"/>
          </ac:spMkLst>
        </pc:spChg>
        <pc:spChg chg="mod">
          <ac:chgData name="Michael Herman" userId="844217e249c738f3" providerId="LiveId" clId="{8AF0D22E-57A7-4507-8362-C86AA40CA462}" dt="2026-04-09T21:45:26.635" v="674" actId="14100"/>
          <ac:spMkLst>
            <pc:docMk/>
            <pc:sldMk cId="2773478263" sldId="1108"/>
            <ac:spMk id="9" creationId="{2723CF3A-2218-8C21-5098-359991C13626}"/>
          </ac:spMkLst>
        </pc:spChg>
        <pc:spChg chg="add mod">
          <ac:chgData name="Michael Herman" userId="844217e249c738f3" providerId="LiveId" clId="{8AF0D22E-57A7-4507-8362-C86AA40CA462}" dt="2026-04-09T21:55:30.035" v="1183" actId="1035"/>
          <ac:spMkLst>
            <pc:docMk/>
            <pc:sldMk cId="2773478263" sldId="1108"/>
            <ac:spMk id="12" creationId="{316F79B0-E411-C298-BEE0-81A89A1A940A}"/>
          </ac:spMkLst>
        </pc:spChg>
        <pc:spChg chg="mod">
          <ac:chgData name="Michael Herman" userId="844217e249c738f3" providerId="LiveId" clId="{8AF0D22E-57A7-4507-8362-C86AA40CA462}" dt="2026-04-09T22:07:44.368" v="1482" actId="14100"/>
          <ac:spMkLst>
            <pc:docMk/>
            <pc:sldMk cId="2773478263" sldId="1108"/>
            <ac:spMk id="13" creationId="{0084C75C-C955-E076-B2EF-FD6566AA4A88}"/>
          </ac:spMkLst>
        </pc:spChg>
        <pc:spChg chg="mod ord">
          <ac:chgData name="Michael Herman" userId="844217e249c738f3" providerId="LiveId" clId="{8AF0D22E-57A7-4507-8362-C86AA40CA462}" dt="2026-04-09T22:04:37.366" v="1425" actId="166"/>
          <ac:spMkLst>
            <pc:docMk/>
            <pc:sldMk cId="2773478263" sldId="1108"/>
            <ac:spMk id="18" creationId="{3417E7CE-FFC3-C8F9-01B7-2C11E2D2C9A3}"/>
          </ac:spMkLst>
        </pc:spChg>
        <pc:spChg chg="mod">
          <ac:chgData name="Michael Herman" userId="844217e249c738f3" providerId="LiveId" clId="{8AF0D22E-57A7-4507-8362-C86AA40CA462}" dt="2026-04-09T21:56:50.746" v="1256" actId="1076"/>
          <ac:spMkLst>
            <pc:docMk/>
            <pc:sldMk cId="2773478263" sldId="1108"/>
            <ac:spMk id="21" creationId="{E96142AE-CBAE-A779-007D-8C42FAECC480}"/>
          </ac:spMkLst>
        </pc:spChg>
        <pc:spChg chg="mod">
          <ac:chgData name="Michael Herman" userId="844217e249c738f3" providerId="LiveId" clId="{8AF0D22E-57A7-4507-8362-C86AA40CA462}" dt="2026-04-09T21:54:04.011" v="1121" actId="14100"/>
          <ac:spMkLst>
            <pc:docMk/>
            <pc:sldMk cId="2773478263" sldId="1108"/>
            <ac:spMk id="22" creationId="{480CA683-7935-2E08-7026-5E68901F7090}"/>
          </ac:spMkLst>
        </pc:spChg>
        <pc:spChg chg="mod">
          <ac:chgData name="Michael Herman" userId="844217e249c738f3" providerId="LiveId" clId="{8AF0D22E-57A7-4507-8362-C86AA40CA462}" dt="2026-04-09T21:48:15.363" v="885" actId="1036"/>
          <ac:spMkLst>
            <pc:docMk/>
            <pc:sldMk cId="2773478263" sldId="1108"/>
            <ac:spMk id="26" creationId="{5EB15467-1B7A-9563-A39E-B046780D7AF5}"/>
          </ac:spMkLst>
        </pc:spChg>
        <pc:spChg chg="mod topLvl">
          <ac:chgData name="Michael Herman" userId="844217e249c738f3" providerId="LiveId" clId="{8AF0D22E-57A7-4507-8362-C86AA40CA462}" dt="2026-04-09T21:40:06.267" v="587" actId="1036"/>
          <ac:spMkLst>
            <pc:docMk/>
            <pc:sldMk cId="2773478263" sldId="1108"/>
            <ac:spMk id="30" creationId="{72ABC35D-45E5-7B21-4354-AE4FEB1F91D4}"/>
          </ac:spMkLst>
        </pc:spChg>
        <pc:spChg chg="mod">
          <ac:chgData name="Michael Herman" userId="844217e249c738f3" providerId="LiveId" clId="{8AF0D22E-57A7-4507-8362-C86AA40CA462}" dt="2026-04-09T21:45:38.171" v="676" actId="1076"/>
          <ac:spMkLst>
            <pc:docMk/>
            <pc:sldMk cId="2773478263" sldId="1108"/>
            <ac:spMk id="32" creationId="{D402E05B-6915-1004-1932-1F4376645D65}"/>
          </ac:spMkLst>
        </pc:spChg>
        <pc:spChg chg="add mod">
          <ac:chgData name="Michael Herman" userId="844217e249c738f3" providerId="LiveId" clId="{8AF0D22E-57A7-4507-8362-C86AA40CA462}" dt="2026-04-09T21:58:09.510" v="1316" actId="1035"/>
          <ac:spMkLst>
            <pc:docMk/>
            <pc:sldMk cId="2773478263" sldId="1108"/>
            <ac:spMk id="33" creationId="{AFCD36F9-7651-ECC9-404C-5C7DBADADCA7}"/>
          </ac:spMkLst>
        </pc:spChg>
        <pc:spChg chg="mod topLvl">
          <ac:chgData name="Michael Herman" userId="844217e249c738f3" providerId="LiveId" clId="{8AF0D22E-57A7-4507-8362-C86AA40CA462}" dt="2026-04-09T22:11:04.461" v="1524" actId="164"/>
          <ac:spMkLst>
            <pc:docMk/>
            <pc:sldMk cId="2773478263" sldId="1108"/>
            <ac:spMk id="37" creationId="{055CA665-2DFB-BE11-C0FD-49A2B9E9352A}"/>
          </ac:spMkLst>
        </pc:spChg>
        <pc:spChg chg="mod">
          <ac:chgData name="Michael Herman" userId="844217e249c738f3" providerId="LiveId" clId="{8AF0D22E-57A7-4507-8362-C86AA40CA462}" dt="2026-04-09T22:07:35.470" v="1481" actId="14100"/>
          <ac:spMkLst>
            <pc:docMk/>
            <pc:sldMk cId="2773478263" sldId="1108"/>
            <ac:spMk id="40" creationId="{6F88526E-5EC7-6B36-290C-6B3A3C4A4ED5}"/>
          </ac:spMkLst>
        </pc:spChg>
        <pc:spChg chg="mod topLvl">
          <ac:chgData name="Michael Herman" userId="844217e249c738f3" providerId="LiveId" clId="{8AF0D22E-57A7-4507-8362-C86AA40CA462}" dt="2026-04-09T22:10:48.046" v="1522" actId="165"/>
          <ac:spMkLst>
            <pc:docMk/>
            <pc:sldMk cId="2773478263" sldId="1108"/>
            <ac:spMk id="41" creationId="{94492540-99DA-5F09-28BA-C964B3165C73}"/>
          </ac:spMkLst>
        </pc:spChg>
        <pc:spChg chg="mod topLvl">
          <ac:chgData name="Michael Herman" userId="844217e249c738f3" providerId="LiveId" clId="{8AF0D22E-57A7-4507-8362-C86AA40CA462}" dt="2026-04-09T22:12:32.154" v="1571" actId="164"/>
          <ac:spMkLst>
            <pc:docMk/>
            <pc:sldMk cId="2773478263" sldId="1108"/>
            <ac:spMk id="42" creationId="{7CA282C4-EF1A-9EC3-A82B-FA43F0C0B315}"/>
          </ac:spMkLst>
        </pc:spChg>
        <pc:spChg chg="mod">
          <ac:chgData name="Michael Herman" userId="844217e249c738f3" providerId="LiveId" clId="{8AF0D22E-57A7-4507-8362-C86AA40CA462}" dt="2026-04-09T22:08:57.316" v="1492" actId="1037"/>
          <ac:spMkLst>
            <pc:docMk/>
            <pc:sldMk cId="2773478263" sldId="1108"/>
            <ac:spMk id="50" creationId="{60E91694-AF1C-C537-9FCA-1CC400B280B8}"/>
          </ac:spMkLst>
        </pc:spChg>
        <pc:spChg chg="mod">
          <ac:chgData name="Michael Herman" userId="844217e249c738f3" providerId="LiveId" clId="{8AF0D22E-57A7-4507-8362-C86AA40CA462}" dt="2026-04-09T22:07:04.065" v="1453" actId="14100"/>
          <ac:spMkLst>
            <pc:docMk/>
            <pc:sldMk cId="2773478263" sldId="1108"/>
            <ac:spMk id="71" creationId="{B7CAB7A1-FA83-DDAA-3D8F-744B44FE15B2}"/>
          </ac:spMkLst>
        </pc:spChg>
        <pc:spChg chg="add mod">
          <ac:chgData name="Michael Herman" userId="844217e249c738f3" providerId="LiveId" clId="{8AF0D22E-57A7-4507-8362-C86AA40CA462}" dt="2026-04-09T21:43:48.779" v="643" actId="164"/>
          <ac:spMkLst>
            <pc:docMk/>
            <pc:sldMk cId="2773478263" sldId="1108"/>
            <ac:spMk id="76" creationId="{284D43A4-6DE9-0266-7A6D-06EAF7A7CF16}"/>
          </ac:spMkLst>
        </pc:spChg>
        <pc:spChg chg="mod">
          <ac:chgData name="Michael Herman" userId="844217e249c738f3" providerId="LiveId" clId="{8AF0D22E-57A7-4507-8362-C86AA40CA462}" dt="2026-04-09T22:05:44.495" v="1439" actId="1037"/>
          <ac:spMkLst>
            <pc:docMk/>
            <pc:sldMk cId="2773478263" sldId="1108"/>
            <ac:spMk id="77" creationId="{EC924625-5323-C478-6582-4CB60EBEF4C9}"/>
          </ac:spMkLst>
        </pc:spChg>
        <pc:spChg chg="mod">
          <ac:chgData name="Michael Herman" userId="844217e249c738f3" providerId="LiveId" clId="{8AF0D22E-57A7-4507-8362-C86AA40CA462}" dt="2026-04-09T22:05:59.323" v="1445" actId="1037"/>
          <ac:spMkLst>
            <pc:docMk/>
            <pc:sldMk cId="2773478263" sldId="1108"/>
            <ac:spMk id="82" creationId="{F413B93A-E75D-BA6B-40C7-0AC0091A0EF1}"/>
          </ac:spMkLst>
        </pc:spChg>
        <pc:spChg chg="mod">
          <ac:chgData name="Michael Herman" userId="844217e249c738f3" providerId="LiveId" clId="{8AF0D22E-57A7-4507-8362-C86AA40CA462}" dt="2026-04-09T22:05:38.287" v="1433" actId="14100"/>
          <ac:spMkLst>
            <pc:docMk/>
            <pc:sldMk cId="2773478263" sldId="1108"/>
            <ac:spMk id="87" creationId="{B50EEDE7-41C2-2D63-72A4-AB72ADDBBA01}"/>
          </ac:spMkLst>
        </pc:spChg>
        <pc:spChg chg="mod">
          <ac:chgData name="Michael Herman" userId="844217e249c738f3" providerId="LiveId" clId="{8AF0D22E-57A7-4507-8362-C86AA40CA462}" dt="2026-04-09T22:12:03.047" v="1558" actId="164"/>
          <ac:spMkLst>
            <pc:docMk/>
            <pc:sldMk cId="2773478263" sldId="1108"/>
            <ac:spMk id="90" creationId="{74F1E16D-7383-337F-1641-6A614E69B51E}"/>
          </ac:spMkLst>
        </pc:spChg>
        <pc:spChg chg="mod">
          <ac:chgData name="Michael Herman" userId="844217e249c738f3" providerId="LiveId" clId="{8AF0D22E-57A7-4507-8362-C86AA40CA462}" dt="2026-04-09T22:12:11.966" v="1559" actId="164"/>
          <ac:spMkLst>
            <pc:docMk/>
            <pc:sldMk cId="2773478263" sldId="1108"/>
            <ac:spMk id="91" creationId="{E266ACBE-6774-141C-CAC4-F75B56AD5A21}"/>
          </ac:spMkLst>
        </pc:spChg>
        <pc:spChg chg="mod">
          <ac:chgData name="Michael Herman" userId="844217e249c738f3" providerId="LiveId" clId="{8AF0D22E-57A7-4507-8362-C86AA40CA462}" dt="2026-04-09T22:15:20.610" v="1637" actId="1038"/>
          <ac:spMkLst>
            <pc:docMk/>
            <pc:sldMk cId="2773478263" sldId="1108"/>
            <ac:spMk id="101" creationId="{942F9A94-C1B9-3088-54E4-112E2F2CEAEC}"/>
          </ac:spMkLst>
        </pc:spChg>
        <pc:spChg chg="mod">
          <ac:chgData name="Michael Herman" userId="844217e249c738f3" providerId="LiveId" clId="{8AF0D22E-57A7-4507-8362-C86AA40CA462}" dt="2026-04-09T22:15:20.610" v="1637" actId="1038"/>
          <ac:spMkLst>
            <pc:docMk/>
            <pc:sldMk cId="2773478263" sldId="1108"/>
            <ac:spMk id="102" creationId="{247C0809-709A-588A-6A9E-5E825C37427B}"/>
          </ac:spMkLst>
        </pc:spChg>
        <pc:spChg chg="mod">
          <ac:chgData name="Michael Herman" userId="844217e249c738f3" providerId="LiveId" clId="{8AF0D22E-57A7-4507-8362-C86AA40CA462}" dt="2026-04-09T22:15:20.610" v="1637" actId="1038"/>
          <ac:spMkLst>
            <pc:docMk/>
            <pc:sldMk cId="2773478263" sldId="1108"/>
            <ac:spMk id="103" creationId="{61E0C37A-EF91-F688-B57E-5704ADA536EE}"/>
          </ac:spMkLst>
        </pc:spChg>
        <pc:spChg chg="mod">
          <ac:chgData name="Michael Herman" userId="844217e249c738f3" providerId="LiveId" clId="{8AF0D22E-57A7-4507-8362-C86AA40CA462}" dt="2026-04-09T22:15:20.610" v="1637" actId="1038"/>
          <ac:spMkLst>
            <pc:docMk/>
            <pc:sldMk cId="2773478263" sldId="1108"/>
            <ac:spMk id="104" creationId="{D95B9F52-B192-5AB9-2551-10B772BE9DB1}"/>
          </ac:spMkLst>
        </pc:spChg>
        <pc:spChg chg="mod topLvl">
          <ac:chgData name="Michael Herman" userId="844217e249c738f3" providerId="LiveId" clId="{8AF0D22E-57A7-4507-8362-C86AA40CA462}" dt="2026-04-09T22:04:50.487" v="1430" actId="14100"/>
          <ac:spMkLst>
            <pc:docMk/>
            <pc:sldMk cId="2773478263" sldId="1108"/>
            <ac:spMk id="105" creationId="{B316A3D9-3294-9DCC-69B5-A18210BF33C7}"/>
          </ac:spMkLst>
        </pc:spChg>
        <pc:spChg chg="mod">
          <ac:chgData name="Michael Herman" userId="844217e249c738f3" providerId="LiveId" clId="{8AF0D22E-57A7-4507-8362-C86AA40CA462}" dt="2026-04-09T22:15:29.229" v="1640" actId="1036"/>
          <ac:spMkLst>
            <pc:docMk/>
            <pc:sldMk cId="2773478263" sldId="1108"/>
            <ac:spMk id="106" creationId="{057E7BF5-13B7-363E-003A-743626AD848C}"/>
          </ac:spMkLst>
        </pc:spChg>
        <pc:spChg chg="add mod">
          <ac:chgData name="Michael Herman" userId="844217e249c738f3" providerId="LiveId" clId="{8AF0D22E-57A7-4507-8362-C86AA40CA462}" dt="2026-04-09T21:52:57.420" v="931" actId="164"/>
          <ac:spMkLst>
            <pc:docMk/>
            <pc:sldMk cId="2773478263" sldId="1108"/>
            <ac:spMk id="110" creationId="{CA0031E4-C800-BE71-7E02-6002B8200575}"/>
          </ac:spMkLst>
        </pc:spChg>
        <pc:grpChg chg="add mod">
          <ac:chgData name="Michael Herman" userId="844217e249c738f3" providerId="LiveId" clId="{8AF0D22E-57A7-4507-8362-C86AA40CA462}" dt="2026-04-09T21:55:46.796" v="1233" actId="1036"/>
          <ac:grpSpMkLst>
            <pc:docMk/>
            <pc:sldMk cId="2773478263" sldId="1108"/>
            <ac:grpSpMk id="16" creationId="{595A57E6-5885-972A-0770-CC159B46B187}"/>
          </ac:grpSpMkLst>
        </pc:grpChg>
        <pc:grpChg chg="mod">
          <ac:chgData name="Michael Herman" userId="844217e249c738f3" providerId="LiveId" clId="{8AF0D22E-57A7-4507-8362-C86AA40CA462}" dt="2026-04-09T21:47:45.882" v="808" actId="1036"/>
          <ac:grpSpMkLst>
            <pc:docMk/>
            <pc:sldMk cId="2773478263" sldId="1108"/>
            <ac:grpSpMk id="23" creationId="{E1CA232B-54CB-8767-3AF6-CDE6295143C8}"/>
          </ac:grpSpMkLst>
        </pc:grpChg>
        <pc:grpChg chg="add del mod">
          <ac:chgData name="Michael Herman" userId="844217e249c738f3" providerId="LiveId" clId="{8AF0D22E-57A7-4507-8362-C86AA40CA462}" dt="2026-04-09T21:56:15.658" v="1252" actId="14100"/>
          <ac:grpSpMkLst>
            <pc:docMk/>
            <pc:sldMk cId="2773478263" sldId="1108"/>
            <ac:grpSpMk id="27" creationId="{2692FB0B-F6E6-E1D0-C0FD-61BB0A690F58}"/>
          </ac:grpSpMkLst>
        </pc:grpChg>
        <pc:grpChg chg="add mod">
          <ac:chgData name="Michael Herman" userId="844217e249c738f3" providerId="LiveId" clId="{8AF0D22E-57A7-4507-8362-C86AA40CA462}" dt="2026-04-09T21:57:44.156" v="1310" actId="1035"/>
          <ac:grpSpMkLst>
            <pc:docMk/>
            <pc:sldMk cId="2773478263" sldId="1108"/>
            <ac:grpSpMk id="79" creationId="{9A4BCBAF-9EDD-3CA6-1E0D-702BB582C173}"/>
          </ac:grpSpMkLst>
        </pc:grpChg>
        <pc:grpChg chg="mod">
          <ac:chgData name="Michael Herman" userId="844217e249c738f3" providerId="LiveId" clId="{8AF0D22E-57A7-4507-8362-C86AA40CA462}" dt="2026-04-09T21:53:47.524" v="1120" actId="1036"/>
          <ac:grpSpMkLst>
            <pc:docMk/>
            <pc:sldMk cId="2773478263" sldId="1108"/>
            <ac:grpSpMk id="100" creationId="{CC18AB8F-6BD6-615C-1D9A-254318EE603C}"/>
          </ac:grpSpMkLst>
        </pc:grpChg>
        <pc:grpChg chg="mod">
          <ac:chgData name="Michael Herman" userId="844217e249c738f3" providerId="LiveId" clId="{8AF0D22E-57A7-4507-8362-C86AA40CA462}" dt="2026-04-09T21:53:36.565" v="1085" actId="1037"/>
          <ac:grpSpMkLst>
            <pc:docMk/>
            <pc:sldMk cId="2773478263" sldId="1108"/>
            <ac:grpSpMk id="111" creationId="{E3EBFA6B-DCBC-97B1-05E2-FA3E88259853}"/>
          </ac:grpSpMkLst>
        </pc:grpChg>
        <pc:grpChg chg="add mod">
          <ac:chgData name="Michael Herman" userId="844217e249c738f3" providerId="LiveId" clId="{8AF0D22E-57A7-4507-8362-C86AA40CA462}" dt="2026-04-09T21:53:03.904" v="951" actId="1038"/>
          <ac:grpSpMkLst>
            <pc:docMk/>
            <pc:sldMk cId="2773478263" sldId="1108"/>
            <ac:grpSpMk id="114" creationId="{7857B33A-64D3-E33B-67F2-87F2AE020B2F}"/>
          </ac:grpSpMkLst>
        </pc:grpChg>
        <pc:grpChg chg="add mod">
          <ac:chgData name="Michael Herman" userId="844217e249c738f3" providerId="LiveId" clId="{8AF0D22E-57A7-4507-8362-C86AA40CA462}" dt="2026-04-09T22:11:25.598" v="1538" actId="1035"/>
          <ac:grpSpMkLst>
            <pc:docMk/>
            <pc:sldMk cId="2773478263" sldId="1108"/>
            <ac:grpSpMk id="144" creationId="{E4FA3532-155E-39AE-4FFE-D3CF25C08387}"/>
          </ac:grpSpMkLst>
        </pc:grpChg>
        <pc:grpChg chg="add mod">
          <ac:chgData name="Michael Herman" userId="844217e249c738f3" providerId="LiveId" clId="{8AF0D22E-57A7-4507-8362-C86AA40CA462}" dt="2026-04-09T22:12:03.047" v="1558" actId="164"/>
          <ac:grpSpMkLst>
            <pc:docMk/>
            <pc:sldMk cId="2773478263" sldId="1108"/>
            <ac:grpSpMk id="146" creationId="{AAF924B5-E7FD-52A5-4FB5-140A44BD2681}"/>
          </ac:grpSpMkLst>
        </pc:grpChg>
        <pc:grpChg chg="add mod">
          <ac:chgData name="Michael Herman" userId="844217e249c738f3" providerId="LiveId" clId="{8AF0D22E-57A7-4507-8362-C86AA40CA462}" dt="2026-04-09T22:12:21.583" v="1570" actId="1036"/>
          <ac:grpSpMkLst>
            <pc:docMk/>
            <pc:sldMk cId="2773478263" sldId="1108"/>
            <ac:grpSpMk id="147" creationId="{38D202C7-D04C-CEBF-18F4-E9A466A6EDC5}"/>
          </ac:grpSpMkLst>
        </pc:grpChg>
        <pc:grpChg chg="add mod">
          <ac:chgData name="Michael Herman" userId="844217e249c738f3" providerId="LiveId" clId="{8AF0D22E-57A7-4507-8362-C86AA40CA462}" dt="2026-04-09T22:12:41.063" v="1581" actId="1036"/>
          <ac:grpSpMkLst>
            <pc:docMk/>
            <pc:sldMk cId="2773478263" sldId="1108"/>
            <ac:grpSpMk id="148" creationId="{E602BEE6-96CC-86F1-0F35-2FB9D64142F0}"/>
          </ac:grpSpMkLst>
        </pc:grpChg>
        <pc:grpChg chg="add mod">
          <ac:chgData name="Michael Herman" userId="844217e249c738f3" providerId="LiveId" clId="{8AF0D22E-57A7-4507-8362-C86AA40CA462}" dt="2026-04-09T22:14:20.621" v="1628" actId="164"/>
          <ac:grpSpMkLst>
            <pc:docMk/>
            <pc:sldMk cId="2773478263" sldId="1108"/>
            <ac:grpSpMk id="149" creationId="{7726C94B-F9FF-A3C1-35CD-ADAE83B5F955}"/>
          </ac:grpSpMkLst>
        </pc:grpChg>
        <pc:picChg chg="mod topLvl">
          <ac:chgData name="Michael Herman" userId="844217e249c738f3" providerId="LiveId" clId="{8AF0D22E-57A7-4507-8362-C86AA40CA462}" dt="2026-04-09T22:11:12.630" v="1530" actId="1035"/>
          <ac:picMkLst>
            <pc:docMk/>
            <pc:sldMk cId="2773478263" sldId="1108"/>
            <ac:picMk id="4" creationId="{CB7D546A-7F6E-CCBD-FEDC-574FAB1B75BB}"/>
          </ac:picMkLst>
        </pc:picChg>
        <pc:picChg chg="mod topLvl">
          <ac:chgData name="Michael Herman" userId="844217e249c738f3" providerId="LiveId" clId="{8AF0D22E-57A7-4507-8362-C86AA40CA462}" dt="2026-04-09T22:12:03.047" v="1558" actId="164"/>
          <ac:picMkLst>
            <pc:docMk/>
            <pc:sldMk cId="2773478263" sldId="1108"/>
            <ac:picMk id="19" creationId="{87D8A9C4-6072-2BF5-C256-A46D377CD0A2}"/>
          </ac:picMkLst>
        </pc:picChg>
        <pc:picChg chg="mod topLvl">
          <ac:chgData name="Michael Herman" userId="844217e249c738f3" providerId="LiveId" clId="{8AF0D22E-57A7-4507-8362-C86AA40CA462}" dt="2026-04-09T22:12:11.966" v="1559" actId="164"/>
          <ac:picMkLst>
            <pc:docMk/>
            <pc:sldMk cId="2773478263" sldId="1108"/>
            <ac:picMk id="31" creationId="{B33A60CC-74B5-A956-E553-A7A7AE2894CC}"/>
          </ac:picMkLst>
        </pc:picChg>
        <pc:picChg chg="mod topLvl">
          <ac:chgData name="Michael Herman" userId="844217e249c738f3" providerId="LiveId" clId="{8AF0D22E-57A7-4507-8362-C86AA40CA462}" dt="2026-04-09T22:12:32.154" v="1571" actId="164"/>
          <ac:picMkLst>
            <pc:docMk/>
            <pc:sldMk cId="2773478263" sldId="1108"/>
            <ac:picMk id="35" creationId="{7159347B-C520-9A46-2E05-0D21C637B64E}"/>
          </ac:picMkLst>
        </pc:picChg>
        <pc:picChg chg="mod">
          <ac:chgData name="Michael Herman" userId="844217e249c738f3" providerId="LiveId" clId="{8AF0D22E-57A7-4507-8362-C86AA40CA462}" dt="2026-04-09T22:14:27.584" v="1633" actId="1037"/>
          <ac:picMkLst>
            <pc:docMk/>
            <pc:sldMk cId="2773478263" sldId="1108"/>
            <ac:picMk id="88" creationId="{3EBC61F5-DF07-5351-0280-7717B1DFA92E}"/>
          </ac:picMkLst>
        </pc:picChg>
        <pc:cxnChg chg="mod">
          <ac:chgData name="Michael Herman" userId="844217e249c738f3" providerId="LiveId" clId="{8AF0D22E-57A7-4507-8362-C86AA40CA462}" dt="2026-04-09T22:11:33.405" v="1539" actId="14100"/>
          <ac:cxnSpMkLst>
            <pc:docMk/>
            <pc:sldMk cId="2773478263" sldId="1108"/>
            <ac:cxnSpMk id="20" creationId="{97CA4FB2-6AC4-7877-A773-4C9CFBAA305C}"/>
          </ac:cxnSpMkLst>
        </pc:cxnChg>
        <pc:cxnChg chg="mod topLvl">
          <ac:chgData name="Michael Herman" userId="844217e249c738f3" providerId="LiveId" clId="{8AF0D22E-57A7-4507-8362-C86AA40CA462}" dt="2026-04-09T21:57:15.598" v="1259" actId="14100"/>
          <ac:cxnSpMkLst>
            <pc:docMk/>
            <pc:sldMk cId="2773478263" sldId="1108"/>
            <ac:cxnSpMk id="28" creationId="{839ED2E0-6A16-B995-DC87-C6DA1A99776B}"/>
          </ac:cxnSpMkLst>
        </pc:cxnChg>
        <pc:cxnChg chg="mod">
          <ac:chgData name="Michael Herman" userId="844217e249c738f3" providerId="LiveId" clId="{8AF0D22E-57A7-4507-8362-C86AA40CA462}" dt="2026-04-09T22:12:41.063" v="1581" actId="1036"/>
          <ac:cxnSpMkLst>
            <pc:docMk/>
            <pc:sldMk cId="2773478263" sldId="1108"/>
            <ac:cxnSpMk id="39" creationId="{8A1CFFBD-EFDD-D239-D794-AFB3C91209E2}"/>
          </ac:cxnSpMkLst>
        </pc:cxnChg>
        <pc:cxnChg chg="add mod">
          <ac:chgData name="Michael Herman" userId="844217e249c738f3" providerId="LiveId" clId="{8AF0D22E-57A7-4507-8362-C86AA40CA462}" dt="2026-04-09T21:53:03.904" v="951" actId="1038"/>
          <ac:cxnSpMkLst>
            <pc:docMk/>
            <pc:sldMk cId="2773478263" sldId="1108"/>
            <ac:cxnSpMk id="108" creationId="{7BA54BDB-88E5-1AC7-4411-AB919E4EA4F6}"/>
          </ac:cxnSpMkLst>
        </pc:cxnChg>
        <pc:cxnChg chg="add mod">
          <ac:chgData name="Michael Herman" userId="844217e249c738f3" providerId="LiveId" clId="{8AF0D22E-57A7-4507-8362-C86AA40CA462}" dt="2026-04-09T21:56:56.824" v="1257" actId="14100"/>
          <ac:cxnSpMkLst>
            <pc:docMk/>
            <pc:sldMk cId="2773478263" sldId="1108"/>
            <ac:cxnSpMk id="115" creationId="{3FF304F9-6C1C-AD07-4039-4E57FFE3A2D1}"/>
          </ac:cxnSpMkLst>
        </pc:cxnChg>
        <pc:cxnChg chg="add mod">
          <ac:chgData name="Michael Herman" userId="844217e249c738f3" providerId="LiveId" clId="{8AF0D22E-57A7-4507-8362-C86AA40CA462}" dt="2026-04-09T21:58:18.946" v="1317" actId="14100"/>
          <ac:cxnSpMkLst>
            <pc:docMk/>
            <pc:sldMk cId="2773478263" sldId="1108"/>
            <ac:cxnSpMk id="120" creationId="{63D3A2F8-CD6C-E74F-34D3-8EBE204FC0CB}"/>
          </ac:cxnSpMkLst>
        </pc:cxnChg>
        <pc:cxnChg chg="add mod">
          <ac:chgData name="Michael Herman" userId="844217e249c738f3" providerId="LiveId" clId="{8AF0D22E-57A7-4507-8362-C86AA40CA462}" dt="2026-04-09T22:14:45.772" v="1634" actId="14100"/>
          <ac:cxnSpMkLst>
            <pc:docMk/>
            <pc:sldMk cId="2773478263" sldId="1108"/>
            <ac:cxnSpMk id="124" creationId="{ECB52415-A1D6-22F6-05B6-C5166ECE52B9}"/>
          </ac:cxnSpMkLst>
        </pc:cxnChg>
        <pc:cxnChg chg="add mod ord">
          <ac:chgData name="Michael Herman" userId="844217e249c738f3" providerId="LiveId" clId="{8AF0D22E-57A7-4507-8362-C86AA40CA462}" dt="2026-04-09T22:12:21.583" v="1570" actId="1036"/>
          <ac:cxnSpMkLst>
            <pc:docMk/>
            <pc:sldMk cId="2773478263" sldId="1108"/>
            <ac:cxnSpMk id="134" creationId="{4BC12278-6040-A8BA-8178-1C62A464420F}"/>
          </ac:cxnSpMkLst>
        </pc:cxnChg>
        <pc:cxnChg chg="add mod ord">
          <ac:chgData name="Michael Herman" userId="844217e249c738f3" providerId="LiveId" clId="{8AF0D22E-57A7-4507-8362-C86AA40CA462}" dt="2026-04-09T22:11:54.029" v="1557" actId="1035"/>
          <ac:cxnSpMkLst>
            <pc:docMk/>
            <pc:sldMk cId="2773478263" sldId="1108"/>
            <ac:cxnSpMk id="139" creationId="{58D5F4DE-9FF6-B709-EE4A-321E7B0DA2DB}"/>
          </ac:cxnSpMkLst>
        </pc:cxnChg>
      </pc:sldChg>
      <pc:sldChg chg="addSp delSp modSp add mod">
        <pc:chgData name="Michael Herman" userId="844217e249c738f3" providerId="LiveId" clId="{8AF0D22E-57A7-4507-8362-C86AA40CA462}" dt="2026-04-09T22:50:51.048" v="2095" actId="108"/>
        <pc:sldMkLst>
          <pc:docMk/>
          <pc:sldMk cId="1778039544" sldId="1109"/>
        </pc:sldMkLst>
        <pc:spChg chg="mod">
          <ac:chgData name="Michael Herman" userId="844217e249c738f3" providerId="LiveId" clId="{8AF0D22E-57A7-4507-8362-C86AA40CA462}" dt="2026-04-09T22:28:21.496" v="2030" actId="14100"/>
          <ac:spMkLst>
            <pc:docMk/>
            <pc:sldMk cId="1778039544" sldId="1109"/>
            <ac:spMk id="5" creationId="{8C7215D2-90FC-085E-9E59-6720D69C4451}"/>
          </ac:spMkLst>
        </pc:spChg>
        <pc:spChg chg="mod">
          <ac:chgData name="Michael Herman" userId="844217e249c738f3" providerId="LiveId" clId="{8AF0D22E-57A7-4507-8362-C86AA40CA462}" dt="2026-04-09T22:33:37.066" v="2055" actId="164"/>
          <ac:spMkLst>
            <pc:docMk/>
            <pc:sldMk cId="1778039544" sldId="1109"/>
            <ac:spMk id="6" creationId="{4B53728E-B1E7-1150-82A9-F4483F871B67}"/>
          </ac:spMkLst>
        </pc:spChg>
        <pc:spChg chg="mod">
          <ac:chgData name="Michael Herman" userId="844217e249c738f3" providerId="LiveId" clId="{8AF0D22E-57A7-4507-8362-C86AA40CA462}" dt="2026-04-09T22:49:58.938" v="2090" actId="20577"/>
          <ac:spMkLst>
            <pc:docMk/>
            <pc:sldMk cId="1778039544" sldId="1109"/>
            <ac:spMk id="9" creationId="{E0572A9D-8D12-8AFD-4568-B75C6AF82263}"/>
          </ac:spMkLst>
        </pc:spChg>
        <pc:spChg chg="mod">
          <ac:chgData name="Michael Herman" userId="844217e249c738f3" providerId="LiveId" clId="{8AF0D22E-57A7-4507-8362-C86AA40CA462}" dt="2026-04-09T22:23:40.300" v="1987" actId="1036"/>
          <ac:spMkLst>
            <pc:docMk/>
            <pc:sldMk cId="1778039544" sldId="1109"/>
            <ac:spMk id="12" creationId="{C2EA0BA7-A454-131B-AD52-53742863A2FE}"/>
          </ac:spMkLst>
        </pc:spChg>
        <pc:spChg chg="mod">
          <ac:chgData name="Michael Herman" userId="844217e249c738f3" providerId="LiveId" clId="{8AF0D22E-57A7-4507-8362-C86AA40CA462}" dt="2026-04-09T22:27:31.722" v="2018" actId="108"/>
          <ac:spMkLst>
            <pc:docMk/>
            <pc:sldMk cId="1778039544" sldId="1109"/>
            <ac:spMk id="21" creationId="{4E90EE9A-23DA-DCCB-EADA-281FDFB69518}"/>
          </ac:spMkLst>
        </pc:spChg>
        <pc:spChg chg="mod ord">
          <ac:chgData name="Michael Herman" userId="844217e249c738f3" providerId="LiveId" clId="{8AF0D22E-57A7-4507-8362-C86AA40CA462}" dt="2026-04-09T22:49:42.197" v="2078" actId="242"/>
          <ac:spMkLst>
            <pc:docMk/>
            <pc:sldMk cId="1778039544" sldId="1109"/>
            <ac:spMk id="22" creationId="{6F7AA2AE-8F8B-E0C6-90B6-4375BD37435B}"/>
          </ac:spMkLst>
        </pc:spChg>
        <pc:spChg chg="mod">
          <ac:chgData name="Michael Herman" userId="844217e249c738f3" providerId="LiveId" clId="{8AF0D22E-57A7-4507-8362-C86AA40CA462}" dt="2026-04-09T22:32:54.099" v="2051" actId="1035"/>
          <ac:spMkLst>
            <pc:docMk/>
            <pc:sldMk cId="1778039544" sldId="1109"/>
            <ac:spMk id="26" creationId="{B7866A43-504B-B22B-03EB-9163EB088206}"/>
          </ac:spMkLst>
        </pc:spChg>
        <pc:spChg chg="mod">
          <ac:chgData name="Michael Herman" userId="844217e249c738f3" providerId="LiveId" clId="{8AF0D22E-57A7-4507-8362-C86AA40CA462}" dt="2026-04-09T22:33:01.275" v="2054" actId="1036"/>
          <ac:spMkLst>
            <pc:docMk/>
            <pc:sldMk cId="1778039544" sldId="1109"/>
            <ac:spMk id="30" creationId="{A93404D2-7E97-1B28-AF24-A109040B2CDF}"/>
          </ac:spMkLst>
        </pc:spChg>
        <pc:spChg chg="mod">
          <ac:chgData name="Michael Herman" userId="844217e249c738f3" providerId="LiveId" clId="{8AF0D22E-57A7-4507-8362-C86AA40CA462}" dt="2026-04-09T22:16:09.158" v="1643" actId="20577"/>
          <ac:spMkLst>
            <pc:docMk/>
            <pc:sldMk cId="1778039544" sldId="1109"/>
            <ac:spMk id="32" creationId="{113A6FEE-61C7-80EB-D2B9-2A20FD94CCA9}"/>
          </ac:spMkLst>
        </pc:spChg>
        <pc:spChg chg="mod">
          <ac:chgData name="Michael Herman" userId="844217e249c738f3" providerId="LiveId" clId="{8AF0D22E-57A7-4507-8362-C86AA40CA462}" dt="2026-04-09T22:50:45.674" v="2094" actId="108"/>
          <ac:spMkLst>
            <pc:docMk/>
            <pc:sldMk cId="1778039544" sldId="1109"/>
            <ac:spMk id="44" creationId="{ECAE22B2-3CDD-87B5-D8DF-CD793D2D6B72}"/>
          </ac:spMkLst>
        </pc:spChg>
        <pc:spChg chg="mod">
          <ac:chgData name="Michael Herman" userId="844217e249c738f3" providerId="LiveId" clId="{8AF0D22E-57A7-4507-8362-C86AA40CA462}" dt="2026-04-09T22:22:59.636" v="1970" actId="1035"/>
          <ac:spMkLst>
            <pc:docMk/>
            <pc:sldMk cId="1778039544" sldId="1109"/>
            <ac:spMk id="76" creationId="{08F949A9-094C-0523-15F2-72F2D39F8558}"/>
          </ac:spMkLst>
        </pc:spChg>
        <pc:spChg chg="mod">
          <ac:chgData name="Michael Herman" userId="844217e249c738f3" providerId="LiveId" clId="{8AF0D22E-57A7-4507-8362-C86AA40CA462}" dt="2026-04-09T22:50:51.048" v="2095" actId="108"/>
          <ac:spMkLst>
            <pc:docMk/>
            <pc:sldMk cId="1778039544" sldId="1109"/>
            <ac:spMk id="82" creationId="{A5F91598-39AB-3E16-F435-5939451D5CEE}"/>
          </ac:spMkLst>
        </pc:spChg>
        <pc:spChg chg="mod">
          <ac:chgData name="Michael Herman" userId="844217e249c738f3" providerId="LiveId" clId="{8AF0D22E-57A7-4507-8362-C86AA40CA462}" dt="2026-04-09T22:30:47.068" v="2032" actId="164"/>
          <ac:spMkLst>
            <pc:docMk/>
            <pc:sldMk cId="1778039544" sldId="1109"/>
            <ac:spMk id="85" creationId="{0920521C-A782-CC3E-DBB6-01B1F0711059}"/>
          </ac:spMkLst>
        </pc:spChg>
        <pc:spChg chg="mod">
          <ac:chgData name="Michael Herman" userId="844217e249c738f3" providerId="LiveId" clId="{8AF0D22E-57A7-4507-8362-C86AA40CA462}" dt="2026-04-09T22:50:30.400" v="2091" actId="108"/>
          <ac:spMkLst>
            <pc:docMk/>
            <pc:sldMk cId="1778039544" sldId="1109"/>
            <ac:spMk id="87" creationId="{160787D2-11D2-157D-A96C-0229E1A8995B}"/>
          </ac:spMkLst>
        </pc:spChg>
        <pc:spChg chg="ord">
          <ac:chgData name="Michael Herman" userId="844217e249c738f3" providerId="LiveId" clId="{8AF0D22E-57A7-4507-8362-C86AA40CA462}" dt="2026-04-09T22:31:13.779" v="2037" actId="166"/>
          <ac:spMkLst>
            <pc:docMk/>
            <pc:sldMk cId="1778039544" sldId="1109"/>
            <ac:spMk id="97" creationId="{12418CBA-3BAA-ED5C-B3EB-397BF182D4A8}"/>
          </ac:spMkLst>
        </pc:spChg>
        <pc:grpChg chg="mod">
          <ac:chgData name="Michael Herman" userId="844217e249c738f3" providerId="LiveId" clId="{8AF0D22E-57A7-4507-8362-C86AA40CA462}" dt="2026-04-09T22:30:47.068" v="2032" actId="164"/>
          <ac:grpSpMkLst>
            <pc:docMk/>
            <pc:sldMk cId="1778039544" sldId="1109"/>
            <ac:grpSpMk id="16" creationId="{514740EB-0778-5751-BB90-A42EC0BC9A36}"/>
          </ac:grpSpMkLst>
        </pc:grpChg>
        <pc:grpChg chg="add mod">
          <ac:chgData name="Michael Herman" userId="844217e249c738f3" providerId="LiveId" clId="{8AF0D22E-57A7-4507-8362-C86AA40CA462}" dt="2026-04-09T22:30:52.796" v="2035" actId="1038"/>
          <ac:grpSpMkLst>
            <pc:docMk/>
            <pc:sldMk cId="1778039544" sldId="1109"/>
            <ac:grpSpMk id="47" creationId="{1778E316-ABD2-9342-5CBE-15A0726B5323}"/>
          </ac:grpSpMkLst>
        </pc:grpChg>
        <pc:grpChg chg="ord">
          <ac:chgData name="Michael Herman" userId="844217e249c738f3" providerId="LiveId" clId="{8AF0D22E-57A7-4507-8362-C86AA40CA462}" dt="2026-04-09T22:31:24.790" v="2038" actId="166"/>
          <ac:grpSpMkLst>
            <pc:docMk/>
            <pc:sldMk cId="1778039544" sldId="1109"/>
            <ac:grpSpMk id="53" creationId="{FA262566-D62F-81B1-ADD8-52ED90B38DBD}"/>
          </ac:grpSpMkLst>
        </pc:grpChg>
        <pc:grpChg chg="mod">
          <ac:chgData name="Michael Herman" userId="844217e249c738f3" providerId="LiveId" clId="{8AF0D22E-57A7-4507-8362-C86AA40CA462}" dt="2026-04-09T22:33:37.066" v="2055" actId="164"/>
          <ac:grpSpMkLst>
            <pc:docMk/>
            <pc:sldMk cId="1778039544" sldId="1109"/>
            <ac:grpSpMk id="74" creationId="{9F953D2D-B948-627A-4139-B29F1FDD77E3}"/>
          </ac:grpSpMkLst>
        </pc:grpChg>
        <pc:grpChg chg="mod">
          <ac:chgData name="Michael Herman" userId="844217e249c738f3" providerId="LiveId" clId="{8AF0D22E-57A7-4507-8362-C86AA40CA462}" dt="2026-04-09T22:30:47.068" v="2032" actId="164"/>
          <ac:grpSpMkLst>
            <pc:docMk/>
            <pc:sldMk cId="1778039544" sldId="1109"/>
            <ac:grpSpMk id="79" creationId="{B8D6B7C3-374A-9651-F9BF-74E53DB3868D}"/>
          </ac:grpSpMkLst>
        </pc:grpChg>
        <pc:grpChg chg="add mod ord">
          <ac:chgData name="Michael Herman" userId="844217e249c738f3" providerId="LiveId" clId="{8AF0D22E-57A7-4507-8362-C86AA40CA462}" dt="2026-04-09T22:34:18.721" v="2066" actId="167"/>
          <ac:grpSpMkLst>
            <pc:docMk/>
            <pc:sldMk cId="1778039544" sldId="1109"/>
            <ac:grpSpMk id="80" creationId="{CB101B03-0A99-56B0-8ED9-569BED9B0DCD}"/>
          </ac:grpSpMkLst>
        </pc:grpChg>
        <pc:cxnChg chg="mod">
          <ac:chgData name="Michael Herman" userId="844217e249c738f3" providerId="LiveId" clId="{8AF0D22E-57A7-4507-8362-C86AA40CA462}" dt="2026-04-09T22:32:43.657" v="2043" actId="14100"/>
          <ac:cxnSpMkLst>
            <pc:docMk/>
            <pc:sldMk cId="1778039544" sldId="1109"/>
            <ac:cxnSpMk id="24" creationId="{1F261814-6E9D-CAB5-E9F8-3DF5E928897D}"/>
          </ac:cxnSpMkLst>
        </pc:cxnChg>
        <pc:cxnChg chg="add mod">
          <ac:chgData name="Michael Herman" userId="844217e249c738f3" providerId="LiveId" clId="{8AF0D22E-57A7-4507-8362-C86AA40CA462}" dt="2026-04-09T22:21:38.629" v="1862" actId="1076"/>
          <ac:cxnSpMkLst>
            <pc:docMk/>
            <pc:sldMk cId="1778039544" sldId="1109"/>
            <ac:cxnSpMk id="36" creationId="{AED43C66-68F3-C79C-0402-5191D7BB1926}"/>
          </ac:cxnSpMkLst>
        </pc:cxnChg>
        <pc:cxnChg chg="add mod">
          <ac:chgData name="Michael Herman" userId="844217e249c738f3" providerId="LiveId" clId="{8AF0D22E-57A7-4507-8362-C86AA40CA462}" dt="2026-04-09T22:32:18.375" v="2042" actId="14100"/>
          <ac:cxnSpMkLst>
            <pc:docMk/>
            <pc:sldMk cId="1778039544" sldId="1109"/>
            <ac:cxnSpMk id="38" creationId="{ACCA9EE3-6E5A-0DB1-4EF8-1E79837DA0BF}"/>
          </ac:cxnSpMkLst>
        </pc:cxnChg>
        <pc:cxnChg chg="mod ord topLvl">
          <ac:chgData name="Michael Herman" userId="844217e249c738f3" providerId="LiveId" clId="{8AF0D22E-57A7-4507-8362-C86AA40CA462}" dt="2026-04-09T22:31:35.780" v="2039" actId="14100"/>
          <ac:cxnSpMkLst>
            <pc:docMk/>
            <pc:sldMk cId="1778039544" sldId="1109"/>
            <ac:cxnSpMk id="92" creationId="{CD1EDA92-8F04-B1CC-D1C6-8C4F0DA72ECB}"/>
          </ac:cxnSpMkLst>
        </pc:cxnChg>
        <pc:cxnChg chg="mod">
          <ac:chgData name="Michael Herman" userId="844217e249c738f3" providerId="LiveId" clId="{8AF0D22E-57A7-4507-8362-C86AA40CA462}" dt="2026-04-09T22:32:07.629" v="2041" actId="14100"/>
          <ac:cxnSpMkLst>
            <pc:docMk/>
            <pc:sldMk cId="1778039544" sldId="1109"/>
            <ac:cxnSpMk id="115" creationId="{BE982D69-CC24-F847-408A-C516F2D036A6}"/>
          </ac:cxnSpMkLst>
        </pc:cxnChg>
        <pc:cxnChg chg="mod">
          <ac:chgData name="Michael Herman" userId="844217e249c738f3" providerId="LiveId" clId="{8AF0D22E-57A7-4507-8362-C86AA40CA462}" dt="2026-04-09T22:31:53.100" v="2040" actId="14100"/>
          <ac:cxnSpMkLst>
            <pc:docMk/>
            <pc:sldMk cId="1778039544" sldId="1109"/>
            <ac:cxnSpMk id="120" creationId="{9BC2B8B4-AA76-DE72-C501-D43A76D8752A}"/>
          </ac:cxnSpMkLst>
        </pc:cxnChg>
        <pc:cxnChg chg="mod">
          <ac:chgData name="Michael Herman" userId="844217e249c738f3" providerId="LiveId" clId="{8AF0D22E-57A7-4507-8362-C86AA40CA462}" dt="2026-04-09T22:34:08.431" v="2065" actId="14100"/>
          <ac:cxnSpMkLst>
            <pc:docMk/>
            <pc:sldMk cId="1778039544" sldId="1109"/>
            <ac:cxnSpMk id="124" creationId="{C75FDC2C-0E57-2822-2335-8AEB43594140}"/>
          </ac:cxnSpMkLst>
        </pc:cxnChg>
      </pc:sldChg>
      <pc:sldChg chg="addSp delSp modSp add mod">
        <pc:chgData name="Michael Herman" userId="844217e249c738f3" providerId="LiveId" clId="{8AF0D22E-57A7-4507-8362-C86AA40CA462}" dt="2026-04-10T16:06:42.673" v="3135" actId="20577"/>
        <pc:sldMkLst>
          <pc:docMk/>
          <pc:sldMk cId="1549104788" sldId="1110"/>
        </pc:sldMkLst>
        <pc:spChg chg="mod">
          <ac:chgData name="Michael Herman" userId="844217e249c738f3" providerId="LiveId" clId="{8AF0D22E-57A7-4507-8362-C86AA40CA462}" dt="2026-04-10T15:47:40.847" v="2737" actId="20577"/>
          <ac:spMkLst>
            <pc:docMk/>
            <pc:sldMk cId="1549104788" sldId="1110"/>
            <ac:spMk id="5" creationId="{52E7A220-2809-2665-383B-DF69D68CCA34}"/>
          </ac:spMkLst>
        </pc:spChg>
        <pc:spChg chg="mod topLvl">
          <ac:chgData name="Michael Herman" userId="844217e249c738f3" providerId="LiveId" clId="{8AF0D22E-57A7-4507-8362-C86AA40CA462}" dt="2026-04-10T16:00:11.839" v="2974" actId="164"/>
          <ac:spMkLst>
            <pc:docMk/>
            <pc:sldMk cId="1549104788" sldId="1110"/>
            <ac:spMk id="8" creationId="{F2DD595B-4FE8-6E0F-845F-4AC0BA4986D7}"/>
          </ac:spMkLst>
        </pc:spChg>
        <pc:spChg chg="mod">
          <ac:chgData name="Michael Herman" userId="844217e249c738f3" providerId="LiveId" clId="{8AF0D22E-57A7-4507-8362-C86AA40CA462}" dt="2026-04-10T16:06:13.505" v="3127" actId="1036"/>
          <ac:spMkLst>
            <pc:docMk/>
            <pc:sldMk cId="1549104788" sldId="1110"/>
            <ac:spMk id="10" creationId="{10FCD4D6-E4DA-2565-A96D-AEB98A3B60B9}"/>
          </ac:spMkLst>
        </pc:spChg>
        <pc:spChg chg="mod">
          <ac:chgData name="Michael Herman" userId="844217e249c738f3" providerId="LiveId" clId="{8AF0D22E-57A7-4507-8362-C86AA40CA462}" dt="2026-04-10T15:53:48.635" v="2935" actId="14100"/>
          <ac:spMkLst>
            <pc:docMk/>
            <pc:sldMk cId="1549104788" sldId="1110"/>
            <ac:spMk id="11" creationId="{C46720B9-D62B-2BEA-016F-6E7F0061CC6D}"/>
          </ac:spMkLst>
        </pc:spChg>
        <pc:spChg chg="mod">
          <ac:chgData name="Michael Herman" userId="844217e249c738f3" providerId="LiveId" clId="{8AF0D22E-57A7-4507-8362-C86AA40CA462}" dt="2026-04-10T15:53:37.093" v="2934" actId="164"/>
          <ac:spMkLst>
            <pc:docMk/>
            <pc:sldMk cId="1549104788" sldId="1110"/>
            <ac:spMk id="15" creationId="{C5FF1699-1407-18D0-D27E-FD9D21FDA255}"/>
          </ac:spMkLst>
        </pc:spChg>
        <pc:spChg chg="mod">
          <ac:chgData name="Michael Herman" userId="844217e249c738f3" providerId="LiveId" clId="{8AF0D22E-57A7-4507-8362-C86AA40CA462}" dt="2026-04-10T15:53:37.093" v="2934" actId="164"/>
          <ac:spMkLst>
            <pc:docMk/>
            <pc:sldMk cId="1549104788" sldId="1110"/>
            <ac:spMk id="17" creationId="{25F975FA-BC58-1EAA-218E-025BD0145025}"/>
          </ac:spMkLst>
        </pc:spChg>
        <pc:spChg chg="mod">
          <ac:chgData name="Michael Herman" userId="844217e249c738f3" providerId="LiveId" clId="{8AF0D22E-57A7-4507-8362-C86AA40CA462}" dt="2026-04-10T15:57:49.228" v="2943" actId="108"/>
          <ac:spMkLst>
            <pc:docMk/>
            <pc:sldMk cId="1549104788" sldId="1110"/>
            <ac:spMk id="21" creationId="{2CC7E215-C45E-9C63-BF45-89F23A91314A}"/>
          </ac:spMkLst>
        </pc:spChg>
        <pc:spChg chg="mod">
          <ac:chgData name="Michael Herman" userId="844217e249c738f3" providerId="LiveId" clId="{8AF0D22E-57A7-4507-8362-C86AA40CA462}" dt="2026-04-10T15:55:41.933" v="2942" actId="14100"/>
          <ac:spMkLst>
            <pc:docMk/>
            <pc:sldMk cId="1549104788" sldId="1110"/>
            <ac:spMk id="32" creationId="{5C41B3FF-1544-6046-4598-668216776B3F}"/>
          </ac:spMkLst>
        </pc:spChg>
        <pc:spChg chg="add mod topLvl">
          <ac:chgData name="Michael Herman" userId="844217e249c738f3" providerId="LiveId" clId="{8AF0D22E-57A7-4507-8362-C86AA40CA462}" dt="2026-04-10T16:05:45.971" v="3098" actId="164"/>
          <ac:spMkLst>
            <pc:docMk/>
            <pc:sldMk cId="1549104788" sldId="1110"/>
            <ac:spMk id="72" creationId="{C4CE52F2-19B5-4981-E13B-21DE1475D922}"/>
          </ac:spMkLst>
        </pc:spChg>
        <pc:spChg chg="mod">
          <ac:chgData name="Michael Herman" userId="844217e249c738f3" providerId="LiveId" clId="{8AF0D22E-57A7-4507-8362-C86AA40CA462}" dt="2026-04-10T16:05:38.191" v="3097" actId="165"/>
          <ac:spMkLst>
            <pc:docMk/>
            <pc:sldMk cId="1549104788" sldId="1110"/>
            <ac:spMk id="81" creationId="{065420F8-4D53-D45A-75B5-A44C6480D325}"/>
          </ac:spMkLst>
        </pc:spChg>
        <pc:spChg chg="add mod topLvl">
          <ac:chgData name="Michael Herman" userId="844217e249c738f3" providerId="LiveId" clId="{8AF0D22E-57A7-4507-8362-C86AA40CA462}" dt="2026-04-10T16:06:42.673" v="3135" actId="20577"/>
          <ac:spMkLst>
            <pc:docMk/>
            <pc:sldMk cId="1549104788" sldId="1110"/>
            <ac:spMk id="83" creationId="{F738BA91-0936-036B-C5CE-4AB6A2163FBF}"/>
          </ac:spMkLst>
        </pc:spChg>
        <pc:spChg chg="add mod topLvl">
          <ac:chgData name="Michael Herman" userId="844217e249c738f3" providerId="LiveId" clId="{8AF0D22E-57A7-4507-8362-C86AA40CA462}" dt="2026-04-10T16:05:45.971" v="3098" actId="164"/>
          <ac:spMkLst>
            <pc:docMk/>
            <pc:sldMk cId="1549104788" sldId="1110"/>
            <ac:spMk id="84" creationId="{D499A950-3BD7-5C96-C4A6-79D3E8AA5D1D}"/>
          </ac:spMkLst>
        </pc:spChg>
        <pc:spChg chg="add mod topLvl">
          <ac:chgData name="Michael Herman" userId="844217e249c738f3" providerId="LiveId" clId="{8AF0D22E-57A7-4507-8362-C86AA40CA462}" dt="2026-04-10T16:05:45.971" v="3098" actId="164"/>
          <ac:spMkLst>
            <pc:docMk/>
            <pc:sldMk cId="1549104788" sldId="1110"/>
            <ac:spMk id="86" creationId="{19711189-0A3F-476A-62F1-E058DFF7AD25}"/>
          </ac:spMkLst>
        </pc:spChg>
        <pc:spChg chg="add mod topLvl">
          <ac:chgData name="Michael Herman" userId="844217e249c738f3" providerId="LiveId" clId="{8AF0D22E-57A7-4507-8362-C86AA40CA462}" dt="2026-04-10T16:05:45.971" v="3098" actId="164"/>
          <ac:spMkLst>
            <pc:docMk/>
            <pc:sldMk cId="1549104788" sldId="1110"/>
            <ac:spMk id="89" creationId="{7FE07608-1500-1965-2C1A-89B6BA24E19A}"/>
          </ac:spMkLst>
        </pc:spChg>
        <pc:spChg chg="add mod topLvl">
          <ac:chgData name="Michael Herman" userId="844217e249c738f3" providerId="LiveId" clId="{8AF0D22E-57A7-4507-8362-C86AA40CA462}" dt="2026-04-10T16:05:45.971" v="3098" actId="164"/>
          <ac:spMkLst>
            <pc:docMk/>
            <pc:sldMk cId="1549104788" sldId="1110"/>
            <ac:spMk id="93" creationId="{977AD80C-CB70-13B8-4EB7-C455B7F915DD}"/>
          </ac:spMkLst>
        </pc:spChg>
        <pc:spChg chg="add mod topLvl">
          <ac:chgData name="Michael Herman" userId="844217e249c738f3" providerId="LiveId" clId="{8AF0D22E-57A7-4507-8362-C86AA40CA462}" dt="2026-04-10T16:05:45.971" v="3098" actId="164"/>
          <ac:spMkLst>
            <pc:docMk/>
            <pc:sldMk cId="1549104788" sldId="1110"/>
            <ac:spMk id="94" creationId="{DAEC2E93-9700-92EA-27E5-83EF821277BE}"/>
          </ac:spMkLst>
        </pc:spChg>
        <pc:spChg chg="mod">
          <ac:chgData name="Michael Herman" userId="844217e249c738f3" providerId="LiveId" clId="{8AF0D22E-57A7-4507-8362-C86AA40CA462}" dt="2026-04-10T15:35:53.783" v="2397" actId="5793"/>
          <ac:spMkLst>
            <pc:docMk/>
            <pc:sldMk cId="1549104788" sldId="1110"/>
            <ac:spMk id="95" creationId="{B08FB44E-DBAD-04FF-D1BD-050C4C0C4D31}"/>
          </ac:spMkLst>
        </pc:spChg>
        <pc:spChg chg="mod">
          <ac:chgData name="Michael Herman" userId="844217e249c738f3" providerId="LiveId" clId="{8AF0D22E-57A7-4507-8362-C86AA40CA462}" dt="2026-04-10T15:35:29.928" v="2393" actId="1038"/>
          <ac:spMkLst>
            <pc:docMk/>
            <pc:sldMk cId="1549104788" sldId="1110"/>
            <ac:spMk id="96" creationId="{7224FEB9-0B8A-FE37-B71A-04EBF1995873}"/>
          </ac:spMkLst>
        </pc:spChg>
        <pc:spChg chg="mod">
          <ac:chgData name="Michael Herman" userId="844217e249c738f3" providerId="LiveId" clId="{8AF0D22E-57A7-4507-8362-C86AA40CA462}" dt="2026-04-10T15:36:07.028" v="2406" actId="20577"/>
          <ac:spMkLst>
            <pc:docMk/>
            <pc:sldMk cId="1549104788" sldId="1110"/>
            <ac:spMk id="97" creationId="{F85AC286-7A8F-4414-FEB3-5131A57E93C2}"/>
          </ac:spMkLst>
        </pc:spChg>
        <pc:spChg chg="add mod topLvl">
          <ac:chgData name="Michael Herman" userId="844217e249c738f3" providerId="LiveId" clId="{8AF0D22E-57A7-4507-8362-C86AA40CA462}" dt="2026-04-10T16:05:45.971" v="3098" actId="164"/>
          <ac:spMkLst>
            <pc:docMk/>
            <pc:sldMk cId="1549104788" sldId="1110"/>
            <ac:spMk id="98" creationId="{149BED8C-1E59-1A0E-7034-D3D77A40298A}"/>
          </ac:spMkLst>
        </pc:spChg>
        <pc:spChg chg="add mod topLvl">
          <ac:chgData name="Michael Herman" userId="844217e249c738f3" providerId="LiveId" clId="{8AF0D22E-57A7-4507-8362-C86AA40CA462}" dt="2026-04-10T16:05:45.971" v="3098" actId="164"/>
          <ac:spMkLst>
            <pc:docMk/>
            <pc:sldMk cId="1549104788" sldId="1110"/>
            <ac:spMk id="99" creationId="{D896E157-F441-0D40-1971-00AF8CDFF477}"/>
          </ac:spMkLst>
        </pc:spChg>
        <pc:spChg chg="mod">
          <ac:chgData name="Michael Herman" userId="844217e249c738f3" providerId="LiveId" clId="{8AF0D22E-57A7-4507-8362-C86AA40CA462}" dt="2026-04-10T15:52:16.180" v="2907" actId="1036"/>
          <ac:spMkLst>
            <pc:docMk/>
            <pc:sldMk cId="1549104788" sldId="1110"/>
            <ac:spMk id="105" creationId="{50F9AA67-8916-C121-7CF9-BE127205D748}"/>
          </ac:spMkLst>
        </pc:spChg>
        <pc:spChg chg="add mod">
          <ac:chgData name="Michael Herman" userId="844217e249c738f3" providerId="LiveId" clId="{8AF0D22E-57A7-4507-8362-C86AA40CA462}" dt="2026-04-10T16:00:11.839" v="2974" actId="164"/>
          <ac:spMkLst>
            <pc:docMk/>
            <pc:sldMk cId="1549104788" sldId="1110"/>
            <ac:spMk id="123" creationId="{9D0C6B97-A595-E50E-D86F-6796D093670A}"/>
          </ac:spMkLst>
        </pc:spChg>
        <pc:spChg chg="add mod">
          <ac:chgData name="Michael Herman" userId="844217e249c738f3" providerId="LiveId" clId="{8AF0D22E-57A7-4507-8362-C86AA40CA462}" dt="2026-04-10T16:05:45.971" v="3098" actId="164"/>
          <ac:spMkLst>
            <pc:docMk/>
            <pc:sldMk cId="1549104788" sldId="1110"/>
            <ac:spMk id="135" creationId="{0A2899FB-530A-9E92-6E37-6399F4875295}"/>
          </ac:spMkLst>
        </pc:spChg>
        <pc:grpChg chg="mod">
          <ac:chgData name="Michael Herman" userId="844217e249c738f3" providerId="LiveId" clId="{8AF0D22E-57A7-4507-8362-C86AA40CA462}" dt="2026-04-10T15:53:37.093" v="2934" actId="164"/>
          <ac:grpSpMkLst>
            <pc:docMk/>
            <pc:sldMk cId="1549104788" sldId="1110"/>
            <ac:grpSpMk id="46" creationId="{F6B5CE4C-A54D-F4F3-3C17-F2BDF6C2125F}"/>
          </ac:grpSpMkLst>
        </pc:grpChg>
        <pc:grpChg chg="mod">
          <ac:chgData name="Michael Herman" userId="844217e249c738f3" providerId="LiveId" clId="{8AF0D22E-57A7-4507-8362-C86AA40CA462}" dt="2026-04-10T15:54:10.518" v="2937" actId="1038"/>
          <ac:grpSpMkLst>
            <pc:docMk/>
            <pc:sldMk cId="1549104788" sldId="1110"/>
            <ac:grpSpMk id="47" creationId="{1B6F90A1-461F-B216-25BA-2FD491899DAB}"/>
          </ac:grpSpMkLst>
        </pc:grpChg>
        <pc:grpChg chg="mod">
          <ac:chgData name="Michael Herman" userId="844217e249c738f3" providerId="LiveId" clId="{8AF0D22E-57A7-4507-8362-C86AA40CA462}" dt="2026-04-10T15:53:37.093" v="2934" actId="164"/>
          <ac:grpSpMkLst>
            <pc:docMk/>
            <pc:sldMk cId="1549104788" sldId="1110"/>
            <ac:grpSpMk id="48" creationId="{7BB4505F-9675-641F-5160-3735984DF3B4}"/>
          </ac:grpSpMkLst>
        </pc:grpChg>
        <pc:grpChg chg="mod">
          <ac:chgData name="Michael Herman" userId="844217e249c738f3" providerId="LiveId" clId="{8AF0D22E-57A7-4507-8362-C86AA40CA462}" dt="2026-04-10T15:53:37.093" v="2934" actId="164"/>
          <ac:grpSpMkLst>
            <pc:docMk/>
            <pc:sldMk cId="1549104788" sldId="1110"/>
            <ac:grpSpMk id="53" creationId="{FFC527F1-C933-2835-C2FC-B741FC6E87F7}"/>
          </ac:grpSpMkLst>
        </pc:grpChg>
        <pc:grpChg chg="mod">
          <ac:chgData name="Michael Herman" userId="844217e249c738f3" providerId="LiveId" clId="{8AF0D22E-57A7-4507-8362-C86AA40CA462}" dt="2026-04-10T15:53:37.093" v="2934" actId="164"/>
          <ac:grpSpMkLst>
            <pc:docMk/>
            <pc:sldMk cId="1549104788" sldId="1110"/>
            <ac:grpSpMk id="66" creationId="{C5FFE2BA-B16C-CBAB-7CA6-5D1074FFDEF7}"/>
          </ac:grpSpMkLst>
        </pc:grpChg>
        <pc:grpChg chg="add mod">
          <ac:chgData name="Michael Herman" userId="844217e249c738f3" providerId="LiveId" clId="{8AF0D22E-57A7-4507-8362-C86AA40CA462}" dt="2026-04-10T15:52:31.855" v="2908" actId="164"/>
          <ac:grpSpMkLst>
            <pc:docMk/>
            <pc:sldMk cId="1549104788" sldId="1110"/>
            <ac:grpSpMk id="75" creationId="{EA088065-6E08-B63C-307A-2322E66712EF}"/>
          </ac:grpSpMkLst>
        </pc:grpChg>
        <pc:grpChg chg="mod">
          <ac:chgData name="Michael Herman" userId="844217e249c738f3" providerId="LiveId" clId="{8AF0D22E-57A7-4507-8362-C86AA40CA462}" dt="2026-04-10T16:02:38.217" v="3032" actId="1036"/>
          <ac:grpSpMkLst>
            <pc:docMk/>
            <pc:sldMk cId="1549104788" sldId="1110"/>
            <ac:grpSpMk id="100" creationId="{091BB682-14FA-DA0C-BBFC-E1461D8D532D}"/>
          </ac:grpSpMkLst>
        </pc:grpChg>
        <pc:grpChg chg="mod">
          <ac:chgData name="Michael Herman" userId="844217e249c738f3" providerId="LiveId" clId="{8AF0D22E-57A7-4507-8362-C86AA40CA462}" dt="2026-04-10T16:02:38.217" v="3032" actId="1036"/>
          <ac:grpSpMkLst>
            <pc:docMk/>
            <pc:sldMk cId="1549104788" sldId="1110"/>
            <ac:grpSpMk id="111" creationId="{8D7D75C0-68CD-B6AA-7B75-E6A97F938769}"/>
          </ac:grpSpMkLst>
        </pc:grpChg>
        <pc:grpChg chg="add mod">
          <ac:chgData name="Michael Herman" userId="844217e249c738f3" providerId="LiveId" clId="{8AF0D22E-57A7-4507-8362-C86AA40CA462}" dt="2026-04-10T15:53:37.093" v="2934" actId="164"/>
          <ac:grpSpMkLst>
            <pc:docMk/>
            <pc:sldMk cId="1549104788" sldId="1110"/>
            <ac:grpSpMk id="112" creationId="{2B8BB12C-15D1-76C0-78A7-DEF9B030A3F4}"/>
          </ac:grpSpMkLst>
        </pc:grpChg>
        <pc:grpChg chg="add mod">
          <ac:chgData name="Michael Herman" userId="844217e249c738f3" providerId="LiveId" clId="{8AF0D22E-57A7-4507-8362-C86AA40CA462}" dt="2026-04-10T16:02:29.291" v="3018" actId="1035"/>
          <ac:grpSpMkLst>
            <pc:docMk/>
            <pc:sldMk cId="1549104788" sldId="1110"/>
            <ac:grpSpMk id="125" creationId="{A0B093FE-B646-B17A-1C11-DD8CACC428BC}"/>
          </ac:grpSpMkLst>
        </pc:grpChg>
        <pc:grpChg chg="mod">
          <ac:chgData name="Michael Herman" userId="844217e249c738f3" providerId="LiveId" clId="{8AF0D22E-57A7-4507-8362-C86AA40CA462}" dt="2026-04-10T16:05:52.025" v="3119" actId="1036"/>
          <ac:grpSpMkLst>
            <pc:docMk/>
            <pc:sldMk cId="1549104788" sldId="1110"/>
            <ac:grpSpMk id="136" creationId="{CFE4E27E-18EC-51EB-8ADE-5EBB9A31D509}"/>
          </ac:grpSpMkLst>
        </pc:grpChg>
        <pc:picChg chg="mod">
          <ac:chgData name="Michael Herman" userId="844217e249c738f3" providerId="LiveId" clId="{8AF0D22E-57A7-4507-8362-C86AA40CA462}" dt="2026-04-10T15:37:13.664" v="2416"/>
          <ac:picMkLst>
            <pc:docMk/>
            <pc:sldMk cId="1549104788" sldId="1110"/>
            <ac:picMk id="78" creationId="{059BF97D-BC9E-1E6E-6554-08435EE621FC}"/>
          </ac:picMkLst>
        </pc:picChg>
        <pc:cxnChg chg="add mod">
          <ac:chgData name="Michael Herman" userId="844217e249c738f3" providerId="LiveId" clId="{8AF0D22E-57A7-4507-8362-C86AA40CA462}" dt="2026-04-10T16:02:49.252" v="3033" actId="14100"/>
          <ac:cxnSpMkLst>
            <pc:docMk/>
            <pc:sldMk cId="1549104788" sldId="1110"/>
            <ac:cxnSpMk id="29" creationId="{9C6A4B7F-DE9D-0AA7-D513-7DB900E86E71}"/>
          </ac:cxnSpMkLst>
        </pc:cxnChg>
        <pc:cxnChg chg="add mod">
          <ac:chgData name="Michael Herman" userId="844217e249c738f3" providerId="LiveId" clId="{8AF0D22E-57A7-4507-8362-C86AA40CA462}" dt="2026-04-10T16:02:55.647" v="3034" actId="14100"/>
          <ac:cxnSpMkLst>
            <pc:docMk/>
            <pc:sldMk cId="1549104788" sldId="1110"/>
            <ac:cxnSpMk id="52" creationId="{95D36C00-45F4-EA7A-2721-3B295F5C29D0}"/>
          </ac:cxnSpMkLst>
        </pc:cxnChg>
        <pc:cxnChg chg="mod ord">
          <ac:chgData name="Michael Herman" userId="844217e249c738f3" providerId="LiveId" clId="{8AF0D22E-57A7-4507-8362-C86AA40CA462}" dt="2026-04-10T16:03:16.466" v="3035" actId="14100"/>
          <ac:cxnSpMkLst>
            <pc:docMk/>
            <pc:sldMk cId="1549104788" sldId="1110"/>
            <ac:cxnSpMk id="108" creationId="{49E203D5-17F4-39A0-66D0-81969C382D54}"/>
          </ac:cxnSpMkLst>
        </pc:cxnChg>
        <pc:cxnChg chg="add mod">
          <ac:chgData name="Michael Herman" userId="844217e249c738f3" providerId="LiveId" clId="{8AF0D22E-57A7-4507-8362-C86AA40CA462}" dt="2026-04-10T16:02:29.291" v="3018" actId="1035"/>
          <ac:cxnSpMkLst>
            <pc:docMk/>
            <pc:sldMk cId="1549104788" sldId="1110"/>
            <ac:cxnSpMk id="113" creationId="{EB7CE634-C3CE-D80B-2C77-025162FA444A}"/>
          </ac:cxnSpMkLst>
        </pc:cxnChg>
        <pc:cxnChg chg="mod">
          <ac:chgData name="Michael Herman" userId="844217e249c738f3" providerId="LiveId" clId="{8AF0D22E-57A7-4507-8362-C86AA40CA462}" dt="2026-04-10T15:54:10.518" v="2937" actId="1038"/>
          <ac:cxnSpMkLst>
            <pc:docMk/>
            <pc:sldMk cId="1549104788" sldId="1110"/>
            <ac:cxnSpMk id="115" creationId="{D7888B09-07DB-29CD-AE4A-D2DCB2F7311C}"/>
          </ac:cxnSpMkLst>
        </pc:cxnChg>
        <pc:cxnChg chg="mod">
          <ac:chgData name="Michael Herman" userId="844217e249c738f3" providerId="LiveId" clId="{8AF0D22E-57A7-4507-8362-C86AA40CA462}" dt="2026-04-10T15:54:10.518" v="2937" actId="1038"/>
          <ac:cxnSpMkLst>
            <pc:docMk/>
            <pc:sldMk cId="1549104788" sldId="1110"/>
            <ac:cxnSpMk id="120" creationId="{15501E59-F5F9-E05B-5F39-98EA91B1E40D}"/>
          </ac:cxnSpMkLst>
        </pc:cxnChg>
        <pc:cxnChg chg="mod">
          <ac:chgData name="Michael Herman" userId="844217e249c738f3" providerId="LiveId" clId="{8AF0D22E-57A7-4507-8362-C86AA40CA462}" dt="2026-04-10T15:52:05.070" v="2896" actId="14100"/>
          <ac:cxnSpMkLst>
            <pc:docMk/>
            <pc:sldMk cId="1549104788" sldId="1110"/>
            <ac:cxnSpMk id="124" creationId="{36AE3411-D138-57B9-7D81-900283700F62}"/>
          </ac:cxnSpMkLst>
        </pc:cxnChg>
      </pc:sldChg>
      <pc:sldChg chg="addSp delSp modSp add mod">
        <pc:chgData name="Michael Herman" userId="844217e249c738f3" providerId="LiveId" clId="{8AF0D22E-57A7-4507-8362-C86AA40CA462}" dt="2026-04-11T13:42:31.460" v="5405" actId="20577"/>
        <pc:sldMkLst>
          <pc:docMk/>
          <pc:sldMk cId="1718249055" sldId="1111"/>
        </pc:sldMkLst>
        <pc:spChg chg="mod">
          <ac:chgData name="Michael Herman" userId="844217e249c738f3" providerId="LiveId" clId="{8AF0D22E-57A7-4507-8362-C86AA40CA462}" dt="2026-04-11T03:22:45.157" v="4721" actId="1038"/>
          <ac:spMkLst>
            <pc:docMk/>
            <pc:sldMk cId="1718249055" sldId="1111"/>
            <ac:spMk id="2" creationId="{A82E8838-882F-0B57-0893-0107D313B121}"/>
          </ac:spMkLst>
        </pc:spChg>
        <pc:spChg chg="mod">
          <ac:chgData name="Michael Herman" userId="844217e249c738f3" providerId="LiveId" clId="{8AF0D22E-57A7-4507-8362-C86AA40CA462}" dt="2026-04-11T13:40:24.503" v="5390" actId="14100"/>
          <ac:spMkLst>
            <pc:docMk/>
            <pc:sldMk cId="1718249055" sldId="1111"/>
            <ac:spMk id="5" creationId="{556244C9-BAA3-9A74-E707-B08C535AE5E7}"/>
          </ac:spMkLst>
        </pc:spChg>
        <pc:spChg chg="mod">
          <ac:chgData name="Michael Herman" userId="844217e249c738f3" providerId="LiveId" clId="{8AF0D22E-57A7-4507-8362-C86AA40CA462}" dt="2026-04-11T13:42:31.460" v="5405" actId="20577"/>
          <ac:spMkLst>
            <pc:docMk/>
            <pc:sldMk cId="1718249055" sldId="1111"/>
            <ac:spMk id="6" creationId="{7BA43CBA-DD57-8B2E-8001-931703BEEE2A}"/>
          </ac:spMkLst>
        </pc:spChg>
        <pc:spChg chg="mod topLvl">
          <ac:chgData name="Michael Herman" userId="844217e249c738f3" providerId="LiveId" clId="{8AF0D22E-57A7-4507-8362-C86AA40CA462}" dt="2026-04-11T13:36:34.619" v="5340" actId="1035"/>
          <ac:spMkLst>
            <pc:docMk/>
            <pc:sldMk cId="1718249055" sldId="1111"/>
            <ac:spMk id="8" creationId="{10FCD48C-D60A-98EC-6C67-59C8C78FF5B9}"/>
          </ac:spMkLst>
        </pc:spChg>
        <pc:spChg chg="mod">
          <ac:chgData name="Michael Herman" userId="844217e249c738f3" providerId="LiveId" clId="{8AF0D22E-57A7-4507-8362-C86AA40CA462}" dt="2026-04-11T13:40:24.503" v="5390" actId="14100"/>
          <ac:spMkLst>
            <pc:docMk/>
            <pc:sldMk cId="1718249055" sldId="1111"/>
            <ac:spMk id="9" creationId="{E006452B-F296-AE53-4A61-FE8AB6FA1620}"/>
          </ac:spMkLst>
        </pc:spChg>
        <pc:spChg chg="mod">
          <ac:chgData name="Michael Herman" userId="844217e249c738f3" providerId="LiveId" clId="{8AF0D22E-57A7-4507-8362-C86AA40CA462}" dt="2026-04-11T13:40:37.203" v="5395" actId="1036"/>
          <ac:spMkLst>
            <pc:docMk/>
            <pc:sldMk cId="1718249055" sldId="1111"/>
            <ac:spMk id="10" creationId="{060F8401-DE35-9599-3506-4BC40E54FFC7}"/>
          </ac:spMkLst>
        </pc:spChg>
        <pc:spChg chg="mod">
          <ac:chgData name="Michael Herman" userId="844217e249c738f3" providerId="LiveId" clId="{8AF0D22E-57A7-4507-8362-C86AA40CA462}" dt="2026-04-11T13:40:24.503" v="5390" actId="14100"/>
          <ac:spMkLst>
            <pc:docMk/>
            <pc:sldMk cId="1718249055" sldId="1111"/>
            <ac:spMk id="11" creationId="{9383EA33-897C-A9EB-6D82-4D94EE0A8D21}"/>
          </ac:spMkLst>
        </pc:spChg>
        <pc:spChg chg="mod">
          <ac:chgData name="Michael Herman" userId="844217e249c738f3" providerId="LiveId" clId="{8AF0D22E-57A7-4507-8362-C86AA40CA462}" dt="2026-04-11T03:23:49.887" v="4738" actId="1037"/>
          <ac:spMkLst>
            <pc:docMk/>
            <pc:sldMk cId="1718249055" sldId="1111"/>
            <ac:spMk id="12" creationId="{6F5EC450-79EC-5CFE-1BE5-980A9903712B}"/>
          </ac:spMkLst>
        </pc:spChg>
        <pc:spChg chg="mod">
          <ac:chgData name="Michael Herman" userId="844217e249c738f3" providerId="LiveId" clId="{8AF0D22E-57A7-4507-8362-C86AA40CA462}" dt="2026-04-11T03:27:58.614" v="4846" actId="14100"/>
          <ac:spMkLst>
            <pc:docMk/>
            <pc:sldMk cId="1718249055" sldId="1111"/>
            <ac:spMk id="13" creationId="{A9B9DFB2-20F9-2BA3-1446-AB8668EE80AF}"/>
          </ac:spMkLst>
        </pc:spChg>
        <pc:spChg chg="mod">
          <ac:chgData name="Michael Herman" userId="844217e249c738f3" providerId="LiveId" clId="{8AF0D22E-57A7-4507-8362-C86AA40CA462}" dt="2026-04-11T03:33:02.689" v="5090" actId="14100"/>
          <ac:spMkLst>
            <pc:docMk/>
            <pc:sldMk cId="1718249055" sldId="1111"/>
            <ac:spMk id="15" creationId="{BCA4DB7B-D0EB-DE90-998F-468368A1AA6F}"/>
          </ac:spMkLst>
        </pc:spChg>
        <pc:spChg chg="mod">
          <ac:chgData name="Michael Herman" userId="844217e249c738f3" providerId="LiveId" clId="{8AF0D22E-57A7-4507-8362-C86AA40CA462}" dt="2026-04-11T03:25:41.764" v="4777" actId="14100"/>
          <ac:spMkLst>
            <pc:docMk/>
            <pc:sldMk cId="1718249055" sldId="1111"/>
            <ac:spMk id="17" creationId="{179610E7-4987-32F9-2D3F-9E388E15ACDB}"/>
          </ac:spMkLst>
        </pc:spChg>
        <pc:spChg chg="del mod">
          <ac:chgData name="Michael Herman" userId="844217e249c738f3" providerId="LiveId" clId="{8AF0D22E-57A7-4507-8362-C86AA40CA462}" dt="2026-04-11T03:19:27.129" v="4686" actId="478"/>
          <ac:spMkLst>
            <pc:docMk/>
            <pc:sldMk cId="1718249055" sldId="1111"/>
            <ac:spMk id="21" creationId="{1A040529-0B93-08AC-6708-496EC085C133}"/>
          </ac:spMkLst>
        </pc:spChg>
        <pc:spChg chg="add mod">
          <ac:chgData name="Michael Herman" userId="844217e249c738f3" providerId="LiveId" clId="{8AF0D22E-57A7-4507-8362-C86AA40CA462}" dt="2026-04-11T13:40:24.503" v="5390" actId="14100"/>
          <ac:spMkLst>
            <pc:docMk/>
            <pc:sldMk cId="1718249055" sldId="1111"/>
            <ac:spMk id="21" creationId="{2AA66E26-DE9C-512D-104B-6C1F7110A660}"/>
          </ac:spMkLst>
        </pc:spChg>
        <pc:spChg chg="mod">
          <ac:chgData name="Michael Herman" userId="844217e249c738f3" providerId="LiveId" clId="{8AF0D22E-57A7-4507-8362-C86AA40CA462}" dt="2026-04-11T13:40:24.503" v="5390" actId="14100"/>
          <ac:spMkLst>
            <pc:docMk/>
            <pc:sldMk cId="1718249055" sldId="1111"/>
            <ac:spMk id="22" creationId="{28AE4CFB-751C-8B81-0EB0-09EFEDBF690A}"/>
          </ac:spMkLst>
        </pc:spChg>
        <pc:spChg chg="mod">
          <ac:chgData name="Michael Herman" userId="844217e249c738f3" providerId="LiveId" clId="{8AF0D22E-57A7-4507-8362-C86AA40CA462}" dt="2026-04-11T03:35:35.339" v="5257" actId="1036"/>
          <ac:spMkLst>
            <pc:docMk/>
            <pc:sldMk cId="1718249055" sldId="1111"/>
            <ac:spMk id="26" creationId="{5A0D841B-9F70-771D-82EB-B77F8AC09DD7}"/>
          </ac:spMkLst>
        </pc:spChg>
        <pc:spChg chg="mod">
          <ac:chgData name="Michael Herman" userId="844217e249c738f3" providerId="LiveId" clId="{8AF0D22E-57A7-4507-8362-C86AA40CA462}" dt="2026-04-11T03:35:45.756" v="5258" actId="1038"/>
          <ac:spMkLst>
            <pc:docMk/>
            <pc:sldMk cId="1718249055" sldId="1111"/>
            <ac:spMk id="30" creationId="{2278D1E5-D2F5-A3B2-0DBD-B431452EA40B}"/>
          </ac:spMkLst>
        </pc:spChg>
        <pc:spChg chg="mod">
          <ac:chgData name="Michael Herman" userId="844217e249c738f3" providerId="LiveId" clId="{8AF0D22E-57A7-4507-8362-C86AA40CA462}" dt="2026-04-11T13:40:24.503" v="5390" actId="14100"/>
          <ac:spMkLst>
            <pc:docMk/>
            <pc:sldMk cId="1718249055" sldId="1111"/>
            <ac:spMk id="32" creationId="{0FAEAC9A-64F9-E2F0-F79E-8B7949DB40BA}"/>
          </ac:spMkLst>
        </pc:spChg>
        <pc:spChg chg="mod">
          <ac:chgData name="Michael Herman" userId="844217e249c738f3" providerId="LiveId" clId="{8AF0D22E-57A7-4507-8362-C86AA40CA462}" dt="2026-04-11T03:28:11.762" v="4854" actId="20577"/>
          <ac:spMkLst>
            <pc:docMk/>
            <pc:sldMk cId="1718249055" sldId="1111"/>
            <ac:spMk id="40" creationId="{D1347F81-E0B6-8ACB-234E-63BC8BC0AD89}"/>
          </ac:spMkLst>
        </pc:spChg>
        <pc:spChg chg="mod">
          <ac:chgData name="Michael Herman" userId="844217e249c738f3" providerId="LiveId" clId="{8AF0D22E-57A7-4507-8362-C86AA40CA462}" dt="2026-04-11T13:40:23.046" v="5389" actId="14100"/>
          <ac:spMkLst>
            <pc:docMk/>
            <pc:sldMk cId="1718249055" sldId="1111"/>
            <ac:spMk id="41" creationId="{0CDA3CBB-051E-D153-054D-9B30B3BE1B06}"/>
          </ac:spMkLst>
        </pc:spChg>
        <pc:spChg chg="mod topLvl">
          <ac:chgData name="Michael Herman" userId="844217e249c738f3" providerId="LiveId" clId="{8AF0D22E-57A7-4507-8362-C86AA40CA462}" dt="2026-04-11T03:17:08.562" v="4656" actId="404"/>
          <ac:spMkLst>
            <pc:docMk/>
            <pc:sldMk cId="1718249055" sldId="1111"/>
            <ac:spMk id="44" creationId="{48070C81-AC9D-EAE1-7B57-A8A148A5EEEC}"/>
          </ac:spMkLst>
        </pc:spChg>
        <pc:spChg chg="mod">
          <ac:chgData name="Michael Herman" userId="844217e249c738f3" providerId="LiveId" clId="{8AF0D22E-57A7-4507-8362-C86AA40CA462}" dt="2026-04-11T13:40:24.503" v="5390" actId="14100"/>
          <ac:spMkLst>
            <pc:docMk/>
            <pc:sldMk cId="1718249055" sldId="1111"/>
            <ac:spMk id="50" creationId="{24264323-2F6B-DC61-43F7-5A1A23CA60D1}"/>
          </ac:spMkLst>
        </pc:spChg>
        <pc:spChg chg="mod">
          <ac:chgData name="Michael Herman" userId="844217e249c738f3" providerId="LiveId" clId="{8AF0D22E-57A7-4507-8362-C86AA40CA462}" dt="2026-04-11T03:26:08.198" v="4802" actId="1036"/>
          <ac:spMkLst>
            <pc:docMk/>
            <pc:sldMk cId="1718249055" sldId="1111"/>
            <ac:spMk id="54" creationId="{A56B70FC-E106-F309-7624-468FB051CF61}"/>
          </ac:spMkLst>
        </pc:spChg>
        <pc:spChg chg="mod">
          <ac:chgData name="Michael Herman" userId="844217e249c738f3" providerId="LiveId" clId="{8AF0D22E-57A7-4507-8362-C86AA40CA462}" dt="2026-04-11T03:32:43.130" v="5088" actId="14100"/>
          <ac:spMkLst>
            <pc:docMk/>
            <pc:sldMk cId="1718249055" sldId="1111"/>
            <ac:spMk id="55" creationId="{B093C860-4576-99C6-1EDA-D30C0D10C631}"/>
          </ac:spMkLst>
        </pc:spChg>
        <pc:spChg chg="mod">
          <ac:chgData name="Michael Herman" userId="844217e249c738f3" providerId="LiveId" clId="{8AF0D22E-57A7-4507-8362-C86AA40CA462}" dt="2026-04-11T03:26:08.198" v="4802" actId="1036"/>
          <ac:spMkLst>
            <pc:docMk/>
            <pc:sldMk cId="1718249055" sldId="1111"/>
            <ac:spMk id="56" creationId="{4536B57A-7C82-D6C2-6FFE-E659977AEAFA}"/>
          </ac:spMkLst>
        </pc:spChg>
        <pc:spChg chg="mod">
          <ac:chgData name="Michael Herman" userId="844217e249c738f3" providerId="LiveId" clId="{8AF0D22E-57A7-4507-8362-C86AA40CA462}" dt="2026-04-11T01:23:12.893" v="4022" actId="164"/>
          <ac:spMkLst>
            <pc:docMk/>
            <pc:sldMk cId="1718249055" sldId="1111"/>
            <ac:spMk id="63" creationId="{A4DCC2D4-C2BC-C599-AB0E-CB926609BE49}"/>
          </ac:spMkLst>
        </pc:spChg>
        <pc:spChg chg="mod">
          <ac:chgData name="Michael Herman" userId="844217e249c738f3" providerId="LiveId" clId="{8AF0D22E-57A7-4507-8362-C86AA40CA462}" dt="2026-04-11T03:26:08.198" v="4802" actId="1036"/>
          <ac:spMkLst>
            <pc:docMk/>
            <pc:sldMk cId="1718249055" sldId="1111"/>
            <ac:spMk id="65" creationId="{9B6245BD-FA8F-9714-EF0E-5C4E0C0FFECC}"/>
          </ac:spMkLst>
        </pc:spChg>
        <pc:spChg chg="mod topLvl">
          <ac:chgData name="Michael Herman" userId="844217e249c738f3" providerId="LiveId" clId="{8AF0D22E-57A7-4507-8362-C86AA40CA462}" dt="2026-04-11T03:17:08.562" v="4656" actId="404"/>
          <ac:spMkLst>
            <pc:docMk/>
            <pc:sldMk cId="1718249055" sldId="1111"/>
            <ac:spMk id="77" creationId="{9137CA1C-F13F-E550-D623-8128E2A0B3B5}"/>
          </ac:spMkLst>
        </pc:spChg>
        <pc:spChg chg="mod topLvl">
          <ac:chgData name="Michael Herman" userId="844217e249c738f3" providerId="LiveId" clId="{8AF0D22E-57A7-4507-8362-C86AA40CA462}" dt="2026-04-11T13:40:24.503" v="5390" actId="14100"/>
          <ac:spMkLst>
            <pc:docMk/>
            <pc:sldMk cId="1718249055" sldId="1111"/>
            <ac:spMk id="82" creationId="{C145FBA6-A9B1-84ED-49D4-9A95CD0F1BBA}"/>
          </ac:spMkLst>
        </pc:spChg>
        <pc:spChg chg="mod">
          <ac:chgData name="Michael Herman" userId="844217e249c738f3" providerId="LiveId" clId="{8AF0D22E-57A7-4507-8362-C86AA40CA462}" dt="2026-04-11T01:42:58.879" v="4459" actId="1038"/>
          <ac:spMkLst>
            <pc:docMk/>
            <pc:sldMk cId="1718249055" sldId="1111"/>
            <ac:spMk id="83" creationId="{B099376A-71BC-8DAB-E267-9EA9E7292D22}"/>
          </ac:spMkLst>
        </pc:spChg>
        <pc:spChg chg="mod">
          <ac:chgData name="Michael Herman" userId="844217e249c738f3" providerId="LiveId" clId="{8AF0D22E-57A7-4507-8362-C86AA40CA462}" dt="2026-04-11T03:21:25.211" v="4698" actId="14100"/>
          <ac:spMkLst>
            <pc:docMk/>
            <pc:sldMk cId="1718249055" sldId="1111"/>
            <ac:spMk id="85" creationId="{419D945B-6F88-1410-9A95-B69F85A743CC}"/>
          </ac:spMkLst>
        </pc:spChg>
        <pc:spChg chg="mod topLvl">
          <ac:chgData name="Michael Herman" userId="844217e249c738f3" providerId="LiveId" clId="{8AF0D22E-57A7-4507-8362-C86AA40CA462}" dt="2026-04-11T13:40:23.046" v="5389" actId="14100"/>
          <ac:spMkLst>
            <pc:docMk/>
            <pc:sldMk cId="1718249055" sldId="1111"/>
            <ac:spMk id="87" creationId="{79397A85-A508-01D8-D09C-D98DC79092F8}"/>
          </ac:spMkLst>
        </pc:spChg>
        <pc:spChg chg="mod">
          <ac:chgData name="Michael Herman" userId="844217e249c738f3" providerId="LiveId" clId="{8AF0D22E-57A7-4507-8362-C86AA40CA462}" dt="2026-04-11T03:27:24.659" v="4833" actId="20577"/>
          <ac:spMkLst>
            <pc:docMk/>
            <pc:sldMk cId="1718249055" sldId="1111"/>
            <ac:spMk id="96" creationId="{A195DDB1-2B4E-451B-4BE2-7DBCFD029D63}"/>
          </ac:spMkLst>
        </pc:spChg>
        <pc:spChg chg="mod">
          <ac:chgData name="Michael Herman" userId="844217e249c738f3" providerId="LiveId" clId="{8AF0D22E-57A7-4507-8362-C86AA40CA462}" dt="2026-04-11T03:27:20.211" v="4831" actId="20577"/>
          <ac:spMkLst>
            <pc:docMk/>
            <pc:sldMk cId="1718249055" sldId="1111"/>
            <ac:spMk id="97" creationId="{E4823FC0-79B2-948C-1E9D-62C43F635C63}"/>
          </ac:spMkLst>
        </pc:spChg>
        <pc:spChg chg="mod ord">
          <ac:chgData name="Michael Herman" userId="844217e249c738f3" providerId="LiveId" clId="{8AF0D22E-57A7-4507-8362-C86AA40CA462}" dt="2026-04-11T13:38:26.145" v="5350" actId="167"/>
          <ac:spMkLst>
            <pc:docMk/>
            <pc:sldMk cId="1718249055" sldId="1111"/>
            <ac:spMk id="99" creationId="{2D0555C2-493B-2954-5844-16F3DC3888D1}"/>
          </ac:spMkLst>
        </pc:spChg>
        <pc:spChg chg="mod">
          <ac:chgData name="Michael Herman" userId="844217e249c738f3" providerId="LiveId" clId="{8AF0D22E-57A7-4507-8362-C86AA40CA462}" dt="2026-04-11T01:23:45.930" v="4062" actId="1036"/>
          <ac:spMkLst>
            <pc:docMk/>
            <pc:sldMk cId="1718249055" sldId="1111"/>
            <ac:spMk id="101" creationId="{06C6A4E6-553D-4204-E2BD-D10ED9D2944A}"/>
          </ac:spMkLst>
        </pc:spChg>
        <pc:spChg chg="mod">
          <ac:chgData name="Michael Herman" userId="844217e249c738f3" providerId="LiveId" clId="{8AF0D22E-57A7-4507-8362-C86AA40CA462}" dt="2026-04-11T01:23:12.893" v="4022" actId="164"/>
          <ac:spMkLst>
            <pc:docMk/>
            <pc:sldMk cId="1718249055" sldId="1111"/>
            <ac:spMk id="102" creationId="{782347CF-4230-A429-4896-4CD58F2FBB29}"/>
          </ac:spMkLst>
        </pc:spChg>
        <pc:spChg chg="mod">
          <ac:chgData name="Michael Herman" userId="844217e249c738f3" providerId="LiveId" clId="{8AF0D22E-57A7-4507-8362-C86AA40CA462}" dt="2026-04-11T01:23:12.893" v="4022" actId="164"/>
          <ac:spMkLst>
            <pc:docMk/>
            <pc:sldMk cId="1718249055" sldId="1111"/>
            <ac:spMk id="103" creationId="{123A8174-D739-0FB0-F243-C37C1B29D538}"/>
          </ac:spMkLst>
        </pc:spChg>
        <pc:spChg chg="mod">
          <ac:chgData name="Michael Herman" userId="844217e249c738f3" providerId="LiveId" clId="{8AF0D22E-57A7-4507-8362-C86AA40CA462}" dt="2026-04-11T01:23:12.893" v="4022" actId="164"/>
          <ac:spMkLst>
            <pc:docMk/>
            <pc:sldMk cId="1718249055" sldId="1111"/>
            <ac:spMk id="104" creationId="{0C266226-2BB0-06AE-85BC-5FAB1AB8D74D}"/>
          </ac:spMkLst>
        </pc:spChg>
        <pc:spChg chg="mod">
          <ac:chgData name="Michael Herman" userId="844217e249c738f3" providerId="LiveId" clId="{8AF0D22E-57A7-4507-8362-C86AA40CA462}" dt="2026-04-11T13:40:24.503" v="5390" actId="14100"/>
          <ac:spMkLst>
            <pc:docMk/>
            <pc:sldMk cId="1718249055" sldId="1111"/>
            <ac:spMk id="105" creationId="{D35DBFF2-EB78-F8CD-1036-6FB3716E2375}"/>
          </ac:spMkLst>
        </pc:spChg>
        <pc:spChg chg="mod">
          <ac:chgData name="Michael Herman" userId="844217e249c738f3" providerId="LiveId" clId="{8AF0D22E-57A7-4507-8362-C86AA40CA462}" dt="2026-04-11T01:23:36.236" v="4053" actId="1035"/>
          <ac:spMkLst>
            <pc:docMk/>
            <pc:sldMk cId="1718249055" sldId="1111"/>
            <ac:spMk id="106" creationId="{946EC494-1D66-D24C-E220-70FD48EF5BA7}"/>
          </ac:spMkLst>
        </pc:spChg>
        <pc:spChg chg="add mod">
          <ac:chgData name="Michael Herman" userId="844217e249c738f3" providerId="LiveId" clId="{8AF0D22E-57A7-4507-8362-C86AA40CA462}" dt="2026-04-11T03:33:10.041" v="5098" actId="1035"/>
          <ac:spMkLst>
            <pc:docMk/>
            <pc:sldMk cId="1718249055" sldId="1111"/>
            <ac:spMk id="119" creationId="{9E6A9E83-67D4-F2EA-9F8A-D327D01EC09A}"/>
          </ac:spMkLst>
        </pc:spChg>
        <pc:spChg chg="add mod">
          <ac:chgData name="Michael Herman" userId="844217e249c738f3" providerId="LiveId" clId="{8AF0D22E-57A7-4507-8362-C86AA40CA462}" dt="2026-04-11T13:40:23.046" v="5389" actId="14100"/>
          <ac:spMkLst>
            <pc:docMk/>
            <pc:sldMk cId="1718249055" sldId="1111"/>
            <ac:spMk id="122" creationId="{4219F94B-7723-1302-BC3A-F5A19C5A3FD1}"/>
          </ac:spMkLst>
        </pc:spChg>
        <pc:spChg chg="mod topLvl">
          <ac:chgData name="Michael Herman" userId="844217e249c738f3" providerId="LiveId" clId="{8AF0D22E-57A7-4507-8362-C86AA40CA462}" dt="2026-04-11T13:40:23.046" v="5389" actId="14100"/>
          <ac:spMkLst>
            <pc:docMk/>
            <pc:sldMk cId="1718249055" sldId="1111"/>
            <ac:spMk id="123" creationId="{4F5DC335-69CD-407A-311B-64F5E92457AD}"/>
          </ac:spMkLst>
        </pc:spChg>
        <pc:spChg chg="add mod">
          <ac:chgData name="Michael Herman" userId="844217e249c738f3" providerId="LiveId" clId="{8AF0D22E-57A7-4507-8362-C86AA40CA462}" dt="2026-04-11T13:40:23.046" v="5389" actId="14100"/>
          <ac:spMkLst>
            <pc:docMk/>
            <pc:sldMk cId="1718249055" sldId="1111"/>
            <ac:spMk id="126" creationId="{55CFE9F2-F19D-F9E8-D3FF-C1B40931920A}"/>
          </ac:spMkLst>
        </pc:spChg>
        <pc:grpChg chg="mod">
          <ac:chgData name="Michael Herman" userId="844217e249c738f3" providerId="LiveId" clId="{8AF0D22E-57A7-4507-8362-C86AA40CA462}" dt="2026-04-11T01:39:46.992" v="4443" actId="1036"/>
          <ac:grpSpMkLst>
            <pc:docMk/>
            <pc:sldMk cId="1718249055" sldId="1111"/>
            <ac:grpSpMk id="23" creationId="{ABB6F94D-C57B-D9E1-6735-DE7BF282F06F}"/>
          </ac:grpSpMkLst>
        </pc:grpChg>
        <pc:grpChg chg="mod">
          <ac:chgData name="Michael Herman" userId="844217e249c738f3" providerId="LiveId" clId="{8AF0D22E-57A7-4507-8362-C86AA40CA462}" dt="2026-04-11T01:39:22.640" v="4432" actId="14100"/>
          <ac:grpSpMkLst>
            <pc:docMk/>
            <pc:sldMk cId="1718249055" sldId="1111"/>
            <ac:grpSpMk id="27" creationId="{0978F748-9983-8535-9830-6DEB327486D4}"/>
          </ac:grpSpMkLst>
        </pc:grpChg>
        <pc:grpChg chg="mod">
          <ac:chgData name="Michael Herman" userId="844217e249c738f3" providerId="LiveId" clId="{8AF0D22E-57A7-4507-8362-C86AA40CA462}" dt="2026-04-11T03:21:50.014" v="4700" actId="14100"/>
          <ac:grpSpMkLst>
            <pc:docMk/>
            <pc:sldMk cId="1718249055" sldId="1111"/>
            <ac:grpSpMk id="47" creationId="{3502725A-0AAB-E3ED-F1F5-808DC92418C0}"/>
          </ac:grpSpMkLst>
        </pc:grpChg>
        <pc:grpChg chg="mod">
          <ac:chgData name="Michael Herman" userId="844217e249c738f3" providerId="LiveId" clId="{8AF0D22E-57A7-4507-8362-C86AA40CA462}" dt="2026-04-11T01:23:12.893" v="4022" actId="164"/>
          <ac:grpSpMkLst>
            <pc:docMk/>
            <pc:sldMk cId="1718249055" sldId="1111"/>
            <ac:grpSpMk id="62" creationId="{7DB61EF3-905A-90C1-B306-B2F3937340EF}"/>
          </ac:grpSpMkLst>
        </pc:grpChg>
        <pc:grpChg chg="mod">
          <ac:chgData name="Michael Herman" userId="844217e249c738f3" providerId="LiveId" clId="{8AF0D22E-57A7-4507-8362-C86AA40CA462}" dt="2026-04-11T01:25:47.267" v="4114" actId="14100"/>
          <ac:grpSpMkLst>
            <pc:docMk/>
            <pc:sldMk cId="1718249055" sldId="1111"/>
            <ac:grpSpMk id="80" creationId="{BB43FE4F-CFB7-9E6A-D187-7CD2A89F0759}"/>
          </ac:grpSpMkLst>
        </pc:grpChg>
        <pc:grpChg chg="del">
          <ac:chgData name="Michael Herman" userId="844217e249c738f3" providerId="LiveId" clId="{8AF0D22E-57A7-4507-8362-C86AA40CA462}" dt="2026-04-11T01:13:04.881" v="3358" actId="165"/>
          <ac:grpSpMkLst>
            <pc:docMk/>
            <pc:sldMk cId="1718249055" sldId="1111"/>
            <ac:grpSpMk id="100" creationId="{49DF98D5-0F91-CB3B-2A54-1C3132E0856C}"/>
          </ac:grpSpMkLst>
        </pc:grpChg>
        <pc:grpChg chg="add mod">
          <ac:chgData name="Michael Herman" userId="844217e249c738f3" providerId="LiveId" clId="{8AF0D22E-57A7-4507-8362-C86AA40CA462}" dt="2026-04-11T01:23:21.589" v="4045" actId="1035"/>
          <ac:grpSpMkLst>
            <pc:docMk/>
            <pc:sldMk cId="1718249055" sldId="1111"/>
            <ac:grpSpMk id="107" creationId="{50112663-B975-CC31-2E01-5EEAD395225E}"/>
          </ac:grpSpMkLst>
        </pc:grpChg>
        <pc:grpChg chg="del mod">
          <ac:chgData name="Michael Herman" userId="844217e249c738f3" providerId="LiveId" clId="{8AF0D22E-57A7-4507-8362-C86AA40CA462}" dt="2026-04-11T01:11:53.611" v="3319" actId="165"/>
          <ac:grpSpMkLst>
            <pc:docMk/>
            <pc:sldMk cId="1718249055" sldId="1111"/>
            <ac:grpSpMk id="111" creationId="{0B48D2A4-1B40-2232-9274-75866BEBFF3B}"/>
          </ac:grpSpMkLst>
        </pc:grpChg>
        <pc:grpChg chg="del">
          <ac:chgData name="Michael Herman" userId="844217e249c738f3" providerId="LiveId" clId="{8AF0D22E-57A7-4507-8362-C86AA40CA462}" dt="2026-04-11T01:10:16.358" v="3142" actId="165"/>
          <ac:grpSpMkLst>
            <pc:docMk/>
            <pc:sldMk cId="1718249055" sldId="1111"/>
            <ac:grpSpMk id="125" creationId="{C9BA7CB2-19D3-901E-4531-A49BB6F9469D}"/>
          </ac:grpSpMkLst>
        </pc:grpChg>
        <pc:grpChg chg="mod">
          <ac:chgData name="Michael Herman" userId="844217e249c738f3" providerId="LiveId" clId="{8AF0D22E-57A7-4507-8362-C86AA40CA462}" dt="2026-04-11T13:38:42.846" v="5386" actId="1036"/>
          <ac:grpSpMkLst>
            <pc:docMk/>
            <pc:sldMk cId="1718249055" sldId="1111"/>
            <ac:grpSpMk id="136" creationId="{90B16AB8-195F-8C40-BDE1-C13C7A8FD475}"/>
          </ac:grpSpMkLst>
        </pc:grpChg>
        <pc:cxnChg chg="add mod">
          <ac:chgData name="Michael Herman" userId="844217e249c738f3" providerId="LiveId" clId="{8AF0D22E-57A7-4507-8362-C86AA40CA462}" dt="2026-04-11T13:36:34.619" v="5340" actId="1035"/>
          <ac:cxnSpMkLst>
            <pc:docMk/>
            <pc:sldMk cId="1718249055" sldId="1111"/>
            <ac:cxnSpMk id="3" creationId="{F5206187-3BB5-DE20-82F9-66A13499EE2C}"/>
          </ac:cxnSpMkLst>
        </pc:cxnChg>
        <pc:cxnChg chg="mod">
          <ac:chgData name="Michael Herman" userId="844217e249c738f3" providerId="LiveId" clId="{8AF0D22E-57A7-4507-8362-C86AA40CA462}" dt="2026-04-11T03:20:22.551" v="4695" actId="1037"/>
          <ac:cxnSpMkLst>
            <pc:docMk/>
            <pc:sldMk cId="1718249055" sldId="1111"/>
            <ac:cxnSpMk id="24" creationId="{2B4605AC-5124-6639-7FEA-C08525A74EC6}"/>
          </ac:cxnSpMkLst>
        </pc:cxnChg>
        <pc:cxnChg chg="del mod">
          <ac:chgData name="Michael Herman" userId="844217e249c738f3" providerId="LiveId" clId="{8AF0D22E-57A7-4507-8362-C86AA40CA462}" dt="2026-04-11T01:21:54.304" v="4002" actId="478"/>
          <ac:cxnSpMkLst>
            <pc:docMk/>
            <pc:sldMk cId="1718249055" sldId="1111"/>
            <ac:cxnSpMk id="29" creationId="{8748E7F0-1A58-64FC-8005-87EB9C4BF9AD}"/>
          </ac:cxnSpMkLst>
        </pc:cxnChg>
        <pc:cxnChg chg="add mod">
          <ac:chgData name="Michael Herman" userId="844217e249c738f3" providerId="LiveId" clId="{8AF0D22E-57A7-4507-8362-C86AA40CA462}" dt="2026-04-11T01:33:00.111" v="4352" actId="1037"/>
          <ac:cxnSpMkLst>
            <pc:docMk/>
            <pc:sldMk cId="1718249055" sldId="1111"/>
            <ac:cxnSpMk id="34" creationId="{7D22F082-431B-C6CA-7E53-6AED7074E11C}"/>
          </ac:cxnSpMkLst>
        </pc:cxnChg>
        <pc:cxnChg chg="del">
          <ac:chgData name="Michael Herman" userId="844217e249c738f3" providerId="LiveId" clId="{8AF0D22E-57A7-4507-8362-C86AA40CA462}" dt="2026-04-11T03:19:43.937" v="4689" actId="478"/>
          <ac:cxnSpMkLst>
            <pc:docMk/>
            <pc:sldMk cId="1718249055" sldId="1111"/>
            <ac:cxnSpMk id="36" creationId="{44D5F336-ACEE-43D0-B637-59E67A1DB7A4}"/>
          </ac:cxnSpMkLst>
        </pc:cxnChg>
        <pc:cxnChg chg="del">
          <ac:chgData name="Michael Herman" userId="844217e249c738f3" providerId="LiveId" clId="{8AF0D22E-57A7-4507-8362-C86AA40CA462}" dt="2026-04-11T03:19:40.140" v="4688" actId="478"/>
          <ac:cxnSpMkLst>
            <pc:docMk/>
            <pc:sldMk cId="1718249055" sldId="1111"/>
            <ac:cxnSpMk id="38" creationId="{FFA0977F-5555-7598-279D-BA5B98744381}"/>
          </ac:cxnSpMkLst>
        </pc:cxnChg>
        <pc:cxnChg chg="add mod">
          <ac:chgData name="Michael Herman" userId="844217e249c738f3" providerId="LiveId" clId="{8AF0D22E-57A7-4507-8362-C86AA40CA462}" dt="2026-04-11T03:15:39.114" v="4650" actId="1036"/>
          <ac:cxnSpMkLst>
            <pc:docMk/>
            <pc:sldMk cId="1718249055" sldId="1111"/>
            <ac:cxnSpMk id="49" creationId="{211A5033-8A3A-098F-7671-334C2DD83DEC}"/>
          </ac:cxnSpMkLst>
        </pc:cxnChg>
        <pc:cxnChg chg="del">
          <ac:chgData name="Michael Herman" userId="844217e249c738f3" providerId="LiveId" clId="{8AF0D22E-57A7-4507-8362-C86AA40CA462}" dt="2026-04-11T01:21:57.912" v="4003" actId="478"/>
          <ac:cxnSpMkLst>
            <pc:docMk/>
            <pc:sldMk cId="1718249055" sldId="1111"/>
            <ac:cxnSpMk id="52" creationId="{4A2329F1-1AD1-83F7-3041-103DF057CF34}"/>
          </ac:cxnSpMkLst>
        </pc:cxnChg>
        <pc:cxnChg chg="mod">
          <ac:chgData name="Michael Herman" userId="844217e249c738f3" providerId="LiveId" clId="{8AF0D22E-57A7-4507-8362-C86AA40CA462}" dt="2026-04-11T01:23:12.893" v="4022" actId="164"/>
          <ac:cxnSpMkLst>
            <pc:docMk/>
            <pc:sldMk cId="1718249055" sldId="1111"/>
            <ac:cxnSpMk id="67" creationId="{77476B49-6FA8-90E6-2F00-1AD8A7887C16}"/>
          </ac:cxnSpMkLst>
        </pc:cxnChg>
        <pc:cxnChg chg="mod">
          <ac:chgData name="Michael Herman" userId="844217e249c738f3" providerId="LiveId" clId="{8AF0D22E-57A7-4507-8362-C86AA40CA462}" dt="2026-04-11T01:23:36.236" v="4053" actId="1035"/>
          <ac:cxnSpMkLst>
            <pc:docMk/>
            <pc:sldMk cId="1718249055" sldId="1111"/>
            <ac:cxnSpMk id="68" creationId="{F6D1CAB0-34E7-646C-97F6-8C0807C3641B}"/>
          </ac:cxnSpMkLst>
        </pc:cxnChg>
        <pc:cxnChg chg="mod">
          <ac:chgData name="Michael Herman" userId="844217e249c738f3" providerId="LiveId" clId="{8AF0D22E-57A7-4507-8362-C86AA40CA462}" dt="2026-04-11T01:23:45.930" v="4062" actId="1036"/>
          <ac:cxnSpMkLst>
            <pc:docMk/>
            <pc:sldMk cId="1718249055" sldId="1111"/>
            <ac:cxnSpMk id="70" creationId="{AAAD08E8-F934-94AE-19A5-A1C3D7B7708E}"/>
          </ac:cxnSpMkLst>
        </pc:cxnChg>
        <pc:cxnChg chg="add mod">
          <ac:chgData name="Michael Herman" userId="844217e249c738f3" providerId="LiveId" clId="{8AF0D22E-57A7-4507-8362-C86AA40CA462}" dt="2026-04-11T03:19:27.129" v="4686" actId="478"/>
          <ac:cxnSpMkLst>
            <pc:docMk/>
            <pc:sldMk cId="1718249055" sldId="1111"/>
            <ac:cxnSpMk id="92" creationId="{CDE13B04-EF39-913B-3A5B-C91397841212}"/>
          </ac:cxnSpMkLst>
        </pc:cxnChg>
        <pc:cxnChg chg="mod">
          <ac:chgData name="Michael Herman" userId="844217e249c738f3" providerId="LiveId" clId="{8AF0D22E-57A7-4507-8362-C86AA40CA462}" dt="2026-04-11T03:16:11.981" v="4652" actId="14100"/>
          <ac:cxnSpMkLst>
            <pc:docMk/>
            <pc:sldMk cId="1718249055" sldId="1111"/>
            <ac:cxnSpMk id="108" creationId="{7CCBD78F-251A-8FAC-F4BC-95B304F1C743}"/>
          </ac:cxnSpMkLst>
        </pc:cxnChg>
        <pc:cxnChg chg="mod">
          <ac:chgData name="Michael Herman" userId="844217e249c738f3" providerId="LiveId" clId="{8AF0D22E-57A7-4507-8362-C86AA40CA462}" dt="2026-04-11T03:21:50.014" v="4700" actId="14100"/>
          <ac:cxnSpMkLst>
            <pc:docMk/>
            <pc:sldMk cId="1718249055" sldId="1111"/>
            <ac:cxnSpMk id="113" creationId="{A3F3B749-7167-93AB-A8BC-9CB1FA8579B9}"/>
          </ac:cxnSpMkLst>
        </pc:cxnChg>
        <pc:cxnChg chg="mod">
          <ac:chgData name="Michael Herman" userId="844217e249c738f3" providerId="LiveId" clId="{8AF0D22E-57A7-4507-8362-C86AA40CA462}" dt="2026-04-11T03:22:45.157" v="4721" actId="1038"/>
          <ac:cxnSpMkLst>
            <pc:docMk/>
            <pc:sldMk cId="1718249055" sldId="1111"/>
            <ac:cxnSpMk id="115" creationId="{675F75E5-E78A-5EAD-95CA-AFCEADB9339A}"/>
          </ac:cxnSpMkLst>
        </pc:cxnChg>
        <pc:cxnChg chg="add mod">
          <ac:chgData name="Michael Herman" userId="844217e249c738f3" providerId="LiveId" clId="{8AF0D22E-57A7-4507-8362-C86AA40CA462}" dt="2026-04-11T03:19:27.129" v="4686" actId="478"/>
          <ac:cxnSpMkLst>
            <pc:docMk/>
            <pc:sldMk cId="1718249055" sldId="1111"/>
            <ac:cxnSpMk id="116" creationId="{27279FBE-F1F5-8BF9-7198-80F6C050EC09}"/>
          </ac:cxnSpMkLst>
        </pc:cxnChg>
        <pc:cxnChg chg="mod">
          <ac:chgData name="Michael Herman" userId="844217e249c738f3" providerId="LiveId" clId="{8AF0D22E-57A7-4507-8362-C86AA40CA462}" dt="2026-04-11T03:21:50.014" v="4700" actId="14100"/>
          <ac:cxnSpMkLst>
            <pc:docMk/>
            <pc:sldMk cId="1718249055" sldId="1111"/>
            <ac:cxnSpMk id="120" creationId="{394F8CB4-5337-1B94-77FA-9C91F3E5CD89}"/>
          </ac:cxnSpMkLst>
        </pc:cxnChg>
        <pc:cxnChg chg="mod ord">
          <ac:chgData name="Michael Herman" userId="844217e249c738f3" providerId="LiveId" clId="{8AF0D22E-57A7-4507-8362-C86AA40CA462}" dt="2026-04-11T03:33:55.464" v="5160" actId="14100"/>
          <ac:cxnSpMkLst>
            <pc:docMk/>
            <pc:sldMk cId="1718249055" sldId="1111"/>
            <ac:cxnSpMk id="124" creationId="{7BA03D73-01C0-BF0A-4FAD-722E16E1C2D1}"/>
          </ac:cxnSpMkLst>
        </pc:cxnChg>
        <pc:cxnChg chg="add mod">
          <ac:chgData name="Michael Herman" userId="844217e249c738f3" providerId="LiveId" clId="{8AF0D22E-57A7-4507-8362-C86AA40CA462}" dt="2026-04-11T03:15:39.114" v="4650" actId="1036"/>
          <ac:cxnSpMkLst>
            <pc:docMk/>
            <pc:sldMk cId="1718249055" sldId="1111"/>
            <ac:cxnSpMk id="130" creationId="{483EEF0E-77A1-A3BE-78DC-D064E689F6F2}"/>
          </ac:cxnSpMkLst>
        </pc:cxnChg>
        <pc:cxnChg chg="add mod">
          <ac:chgData name="Michael Herman" userId="844217e249c738f3" providerId="LiveId" clId="{8AF0D22E-57A7-4507-8362-C86AA40CA462}" dt="2026-04-11T03:19:27.129" v="4686" actId="478"/>
          <ac:cxnSpMkLst>
            <pc:docMk/>
            <pc:sldMk cId="1718249055" sldId="1111"/>
            <ac:cxnSpMk id="131" creationId="{C3C228BF-81BA-04F2-627D-71BFFD308F39}"/>
          </ac:cxnSpMkLst>
        </pc:cxnChg>
      </pc:sldChg>
      <pc:sldChg chg="addSp delSp modSp add mod">
        <pc:chgData name="Michael Herman" userId="844217e249c738f3" providerId="LiveId" clId="{8AF0D22E-57A7-4507-8362-C86AA40CA462}" dt="2026-04-12T16:33:12.311" v="5709" actId="20577"/>
        <pc:sldMkLst>
          <pc:docMk/>
          <pc:sldMk cId="3525318441" sldId="1112"/>
        </pc:sldMkLst>
        <pc:spChg chg="mod">
          <ac:chgData name="Michael Herman" userId="844217e249c738f3" providerId="LiveId" clId="{8AF0D22E-57A7-4507-8362-C86AA40CA462}" dt="2026-04-11T23:46:05.995" v="5617" actId="14100"/>
          <ac:spMkLst>
            <pc:docMk/>
            <pc:sldMk cId="3525318441" sldId="1112"/>
            <ac:spMk id="5" creationId="{E9C7494A-90D1-3CB4-5AC7-BDB306ECF717}"/>
          </ac:spMkLst>
        </pc:spChg>
        <pc:spChg chg="mod">
          <ac:chgData name="Michael Herman" userId="844217e249c738f3" providerId="LiveId" clId="{8AF0D22E-57A7-4507-8362-C86AA40CA462}" dt="2026-04-11T23:44:52.690" v="5531" actId="1037"/>
          <ac:spMkLst>
            <pc:docMk/>
            <pc:sldMk cId="3525318441" sldId="1112"/>
            <ac:spMk id="10" creationId="{65692233-8DFE-115F-B515-D1AABE2277BC}"/>
          </ac:spMkLst>
        </pc:spChg>
        <pc:spChg chg="add mod">
          <ac:chgData name="Michael Herman" userId="844217e249c738f3" providerId="LiveId" clId="{8AF0D22E-57A7-4507-8362-C86AA40CA462}" dt="2026-04-11T23:46:16.403" v="5618" actId="164"/>
          <ac:spMkLst>
            <pc:docMk/>
            <pc:sldMk cId="3525318441" sldId="1112"/>
            <ac:spMk id="18" creationId="{3DA8B7A9-EEE3-D5E0-BF8F-A675CD72500D}"/>
          </ac:spMkLst>
        </pc:spChg>
        <pc:spChg chg="mod topLvl">
          <ac:chgData name="Michael Herman" userId="844217e249c738f3" providerId="LiveId" clId="{8AF0D22E-57A7-4507-8362-C86AA40CA462}" dt="2026-04-12T16:24:44.326" v="5699" actId="164"/>
          <ac:spMkLst>
            <pc:docMk/>
            <pc:sldMk cId="3525318441" sldId="1112"/>
            <ac:spMk id="21" creationId="{D503405F-6B4E-4C08-8375-BBC3F2050D7A}"/>
          </ac:spMkLst>
        </pc:spChg>
        <pc:spChg chg="mod">
          <ac:chgData name="Michael Herman" userId="844217e249c738f3" providerId="LiveId" clId="{8AF0D22E-57A7-4507-8362-C86AA40CA462}" dt="2026-04-12T16:33:12.311" v="5709" actId="20577"/>
          <ac:spMkLst>
            <pc:docMk/>
            <pc:sldMk cId="3525318441" sldId="1112"/>
            <ac:spMk id="32" creationId="{AFA5DE49-F88F-FFC6-E872-4083F8C28F41}"/>
          </ac:spMkLst>
        </pc:spChg>
        <pc:spChg chg="mod">
          <ac:chgData name="Michael Herman" userId="844217e249c738f3" providerId="LiveId" clId="{8AF0D22E-57A7-4507-8362-C86AA40CA462}" dt="2026-04-11T23:46:16.403" v="5618" actId="164"/>
          <ac:spMkLst>
            <pc:docMk/>
            <pc:sldMk cId="3525318441" sldId="1112"/>
            <ac:spMk id="44" creationId="{2313BEAD-9A39-112D-0278-0CAF71D13B03}"/>
          </ac:spMkLst>
        </pc:spChg>
        <pc:spChg chg="mod topLvl">
          <ac:chgData name="Michael Herman" userId="844217e249c738f3" providerId="LiveId" clId="{8AF0D22E-57A7-4507-8362-C86AA40CA462}" dt="2026-04-11T23:59:08.648" v="5685" actId="164"/>
          <ac:spMkLst>
            <pc:docMk/>
            <pc:sldMk cId="3525318441" sldId="1112"/>
            <ac:spMk id="72" creationId="{D50C0A1A-74E4-5956-1A73-F64168873EB9}"/>
          </ac:spMkLst>
        </pc:spChg>
        <pc:spChg chg="mod">
          <ac:chgData name="Michael Herman" userId="844217e249c738f3" providerId="LiveId" clId="{8AF0D22E-57A7-4507-8362-C86AA40CA462}" dt="2026-04-11T23:46:16.403" v="5618" actId="164"/>
          <ac:spMkLst>
            <pc:docMk/>
            <pc:sldMk cId="3525318441" sldId="1112"/>
            <ac:spMk id="77" creationId="{0E8B8ED2-1AAE-1B72-86A2-3604A51F50E3}"/>
          </ac:spMkLst>
        </pc:spChg>
        <pc:spChg chg="mod topLvl">
          <ac:chgData name="Michael Herman" userId="844217e249c738f3" providerId="LiveId" clId="{8AF0D22E-57A7-4507-8362-C86AA40CA462}" dt="2026-04-12T16:33:02.804" v="5707" actId="20577"/>
          <ac:spMkLst>
            <pc:docMk/>
            <pc:sldMk cId="3525318441" sldId="1112"/>
            <ac:spMk id="81" creationId="{52E8E109-B5BB-3B9C-6C0D-DBFA2FC0A6AF}"/>
          </ac:spMkLst>
        </pc:spChg>
        <pc:spChg chg="mod">
          <ac:chgData name="Michael Herman" userId="844217e249c738f3" providerId="LiveId" clId="{8AF0D22E-57A7-4507-8362-C86AA40CA462}" dt="2026-04-11T23:46:16.403" v="5618" actId="164"/>
          <ac:spMkLst>
            <pc:docMk/>
            <pc:sldMk cId="3525318441" sldId="1112"/>
            <ac:spMk id="82" creationId="{4AB84ACF-2AC4-503B-B3F6-F6526F49BCA1}"/>
          </ac:spMkLst>
        </pc:spChg>
        <pc:spChg chg="mod topLvl">
          <ac:chgData name="Michael Herman" userId="844217e249c738f3" providerId="LiveId" clId="{8AF0D22E-57A7-4507-8362-C86AA40CA462}" dt="2026-04-12T16:24:44.326" v="5699" actId="164"/>
          <ac:spMkLst>
            <pc:docMk/>
            <pc:sldMk cId="3525318441" sldId="1112"/>
            <ac:spMk id="83" creationId="{DA778D20-E343-12A2-DBEC-3E27F205FAFA}"/>
          </ac:spMkLst>
        </pc:spChg>
        <pc:spChg chg="mod topLvl">
          <ac:chgData name="Michael Herman" userId="844217e249c738f3" providerId="LiveId" clId="{8AF0D22E-57A7-4507-8362-C86AA40CA462}" dt="2026-04-12T16:24:44.326" v="5699" actId="164"/>
          <ac:spMkLst>
            <pc:docMk/>
            <pc:sldMk cId="3525318441" sldId="1112"/>
            <ac:spMk id="84" creationId="{4F9EB4CA-BE9D-4029-05A7-7EA381039EF1}"/>
          </ac:spMkLst>
        </pc:spChg>
        <pc:spChg chg="mod topLvl">
          <ac:chgData name="Michael Herman" userId="844217e249c738f3" providerId="LiveId" clId="{8AF0D22E-57A7-4507-8362-C86AA40CA462}" dt="2026-04-12T16:24:44.326" v="5699" actId="164"/>
          <ac:spMkLst>
            <pc:docMk/>
            <pc:sldMk cId="3525318441" sldId="1112"/>
            <ac:spMk id="86" creationId="{384ED35C-1D1A-E379-BDE7-844DEE688A19}"/>
          </ac:spMkLst>
        </pc:spChg>
        <pc:spChg chg="mod">
          <ac:chgData name="Michael Herman" userId="844217e249c738f3" providerId="LiveId" clId="{8AF0D22E-57A7-4507-8362-C86AA40CA462}" dt="2026-04-11T23:46:16.403" v="5618" actId="164"/>
          <ac:spMkLst>
            <pc:docMk/>
            <pc:sldMk cId="3525318441" sldId="1112"/>
            <ac:spMk id="87" creationId="{AA3EDDBA-CB0A-C578-E8CC-F60DDC533B5B}"/>
          </ac:spMkLst>
        </pc:spChg>
        <pc:spChg chg="mod topLvl">
          <ac:chgData name="Michael Herman" userId="844217e249c738f3" providerId="LiveId" clId="{8AF0D22E-57A7-4507-8362-C86AA40CA462}" dt="2026-04-12T16:24:44.326" v="5699" actId="164"/>
          <ac:spMkLst>
            <pc:docMk/>
            <pc:sldMk cId="3525318441" sldId="1112"/>
            <ac:spMk id="89" creationId="{62594F07-677D-04CC-C289-78DD24C584E4}"/>
          </ac:spMkLst>
        </pc:spChg>
        <pc:spChg chg="mod topLvl">
          <ac:chgData name="Michael Herman" userId="844217e249c738f3" providerId="LiveId" clId="{8AF0D22E-57A7-4507-8362-C86AA40CA462}" dt="2026-04-12T16:24:44.326" v="5699" actId="164"/>
          <ac:spMkLst>
            <pc:docMk/>
            <pc:sldMk cId="3525318441" sldId="1112"/>
            <ac:spMk id="93" creationId="{6A654010-F77B-48B0-18A7-5E0DE8726F0B}"/>
          </ac:spMkLst>
        </pc:spChg>
        <pc:spChg chg="mod topLvl">
          <ac:chgData name="Michael Herman" userId="844217e249c738f3" providerId="LiveId" clId="{8AF0D22E-57A7-4507-8362-C86AA40CA462}" dt="2026-04-12T16:24:44.326" v="5699" actId="164"/>
          <ac:spMkLst>
            <pc:docMk/>
            <pc:sldMk cId="3525318441" sldId="1112"/>
            <ac:spMk id="94" creationId="{D72B0390-4304-1B8A-98A3-197498D04C37}"/>
          </ac:spMkLst>
        </pc:spChg>
        <pc:spChg chg="mod topLvl">
          <ac:chgData name="Michael Herman" userId="844217e249c738f3" providerId="LiveId" clId="{8AF0D22E-57A7-4507-8362-C86AA40CA462}" dt="2026-04-12T16:24:44.326" v="5699" actId="164"/>
          <ac:spMkLst>
            <pc:docMk/>
            <pc:sldMk cId="3525318441" sldId="1112"/>
            <ac:spMk id="98" creationId="{04EB3B97-C43A-E423-F768-7AB8CEFDC041}"/>
          </ac:spMkLst>
        </pc:spChg>
        <pc:spChg chg="mod topLvl">
          <ac:chgData name="Michael Herman" userId="844217e249c738f3" providerId="LiveId" clId="{8AF0D22E-57A7-4507-8362-C86AA40CA462}" dt="2026-04-12T16:32:54.941" v="5701" actId="20577"/>
          <ac:spMkLst>
            <pc:docMk/>
            <pc:sldMk cId="3525318441" sldId="1112"/>
            <ac:spMk id="99" creationId="{1FF10414-752D-A9DC-323D-6DAEC9516B1C}"/>
          </ac:spMkLst>
        </pc:spChg>
        <pc:spChg chg="mod">
          <ac:chgData name="Michael Herman" userId="844217e249c738f3" providerId="LiveId" clId="{8AF0D22E-57A7-4507-8362-C86AA40CA462}" dt="2026-04-11T23:46:16.403" v="5618" actId="164"/>
          <ac:spMkLst>
            <pc:docMk/>
            <pc:sldMk cId="3525318441" sldId="1112"/>
            <ac:spMk id="122" creationId="{A2439C1B-B411-292A-303D-49DB6F515A07}"/>
          </ac:spMkLst>
        </pc:spChg>
        <pc:spChg chg="mod">
          <ac:chgData name="Michael Herman" userId="844217e249c738f3" providerId="LiveId" clId="{8AF0D22E-57A7-4507-8362-C86AA40CA462}" dt="2026-04-11T23:46:32.342" v="5656" actId="1036"/>
          <ac:spMkLst>
            <pc:docMk/>
            <pc:sldMk cId="3525318441" sldId="1112"/>
            <ac:spMk id="123" creationId="{F43E44D5-EB06-F418-4E07-C01B16338080}"/>
          </ac:spMkLst>
        </pc:spChg>
        <pc:spChg chg="mod">
          <ac:chgData name="Michael Herman" userId="844217e249c738f3" providerId="LiveId" clId="{8AF0D22E-57A7-4507-8362-C86AA40CA462}" dt="2026-04-11T23:46:16.403" v="5618" actId="164"/>
          <ac:spMkLst>
            <pc:docMk/>
            <pc:sldMk cId="3525318441" sldId="1112"/>
            <ac:spMk id="126" creationId="{6EEBCDDD-401F-03EC-CCBC-BF33A6014E05}"/>
          </ac:spMkLst>
        </pc:spChg>
        <pc:spChg chg="mod topLvl">
          <ac:chgData name="Michael Herman" userId="844217e249c738f3" providerId="LiveId" clId="{8AF0D22E-57A7-4507-8362-C86AA40CA462}" dt="2026-04-12T16:24:44.326" v="5699" actId="164"/>
          <ac:spMkLst>
            <pc:docMk/>
            <pc:sldMk cId="3525318441" sldId="1112"/>
            <ac:spMk id="135" creationId="{1509B6A3-9FFD-4783-C86F-6B8A40D28D46}"/>
          </ac:spMkLst>
        </pc:spChg>
        <pc:grpChg chg="mod">
          <ac:chgData name="Michael Herman" userId="844217e249c738f3" providerId="LiveId" clId="{8AF0D22E-57A7-4507-8362-C86AA40CA462}" dt="2026-04-11T23:45:56.366" v="5616" actId="1038"/>
          <ac:grpSpMkLst>
            <pc:docMk/>
            <pc:sldMk cId="3525318441" sldId="1112"/>
            <ac:grpSpMk id="25" creationId="{439D8CA7-2D71-6AB7-96C2-2067CE3F0D13}"/>
          </ac:grpSpMkLst>
        </pc:grpChg>
        <pc:grpChg chg="add mod">
          <ac:chgData name="Michael Herman" userId="844217e249c738f3" providerId="LiveId" clId="{8AF0D22E-57A7-4507-8362-C86AA40CA462}" dt="2026-04-11T23:46:25.905" v="5653" actId="1036"/>
          <ac:grpSpMkLst>
            <pc:docMk/>
            <pc:sldMk cId="3525318441" sldId="1112"/>
            <ac:grpSpMk id="29" creationId="{FF6787FF-D8A5-2C00-9262-155220C66E5D}"/>
          </ac:grpSpMkLst>
        </pc:grpChg>
        <pc:grpChg chg="add mod">
          <ac:chgData name="Michael Herman" userId="844217e249c738f3" providerId="LiveId" clId="{8AF0D22E-57A7-4507-8362-C86AA40CA462}" dt="2026-04-11T23:59:08.648" v="5685" actId="164"/>
          <ac:grpSpMkLst>
            <pc:docMk/>
            <pc:sldMk cId="3525318441" sldId="1112"/>
            <ac:grpSpMk id="43" creationId="{7D7E6ABD-38EA-270B-084F-2441319BD196}"/>
          </ac:grpSpMkLst>
        </pc:grpChg>
        <pc:grpChg chg="add mod">
          <ac:chgData name="Michael Herman" userId="844217e249c738f3" providerId="LiveId" clId="{8AF0D22E-57A7-4507-8362-C86AA40CA462}" dt="2026-04-11T23:59:19.195" v="5691" actId="1038"/>
          <ac:grpSpMkLst>
            <pc:docMk/>
            <pc:sldMk cId="3525318441" sldId="1112"/>
            <ac:grpSpMk id="52" creationId="{51D02E63-3498-268F-3595-EBFA0FD68183}"/>
          </ac:grpSpMkLst>
        </pc:grpChg>
        <pc:grpChg chg="del">
          <ac:chgData name="Michael Herman" userId="844217e249c738f3" providerId="LiveId" clId="{8AF0D22E-57A7-4507-8362-C86AA40CA462}" dt="2026-04-11T23:58:37.545" v="5683" actId="165"/>
          <ac:grpSpMkLst>
            <pc:docMk/>
            <pc:sldMk cId="3525318441" sldId="1112"/>
            <ac:grpSpMk id="75" creationId="{DF908388-95A7-338F-F4B5-4EC12067D4BC}"/>
          </ac:grpSpMkLst>
        </pc:grpChg>
        <pc:grpChg chg="mod">
          <ac:chgData name="Michael Herman" userId="844217e249c738f3" providerId="LiveId" clId="{8AF0D22E-57A7-4507-8362-C86AA40CA462}" dt="2026-04-11T23:44:14.811" v="5522" actId="14100"/>
          <ac:grpSpMkLst>
            <pc:docMk/>
            <pc:sldMk cId="3525318441" sldId="1112"/>
            <ac:grpSpMk id="136" creationId="{1CAE0F43-FD70-D0EB-9B66-3294F82536B5}"/>
          </ac:grpSpMkLst>
        </pc:grpChg>
        <pc:picChg chg="mod topLvl">
          <ac:chgData name="Michael Herman" userId="844217e249c738f3" providerId="LiveId" clId="{8AF0D22E-57A7-4507-8362-C86AA40CA462}" dt="2026-04-11T23:59:00.416" v="5684" actId="164"/>
          <ac:picMkLst>
            <pc:docMk/>
            <pc:sldMk cId="3525318441" sldId="1112"/>
            <ac:picMk id="78" creationId="{F0FC46C5-9831-3F2C-7D68-1FA6343A4EE5}"/>
          </ac:picMkLst>
        </pc:picChg>
        <pc:cxnChg chg="mod">
          <ac:chgData name="Michael Herman" userId="844217e249c738f3" providerId="LiveId" clId="{8AF0D22E-57A7-4507-8362-C86AA40CA462}" dt="2026-04-11T23:46:32.342" v="5656" actId="1036"/>
          <ac:cxnSpMkLst>
            <pc:docMk/>
            <pc:sldMk cId="3525318441" sldId="1112"/>
            <ac:cxnSpMk id="3" creationId="{586789CA-C61F-B676-23B5-08AC04D404A2}"/>
          </ac:cxnSpMkLst>
        </pc:cxnChg>
        <pc:cxnChg chg="mod">
          <ac:chgData name="Michael Herman" userId="844217e249c738f3" providerId="LiveId" clId="{8AF0D22E-57A7-4507-8362-C86AA40CA462}" dt="2026-04-11T23:46:16.403" v="5618" actId="164"/>
          <ac:cxnSpMkLst>
            <pc:docMk/>
            <pc:sldMk cId="3525318441" sldId="1112"/>
            <ac:cxnSpMk id="34" creationId="{8B186A0D-E419-9D19-380B-53F3F9E355CD}"/>
          </ac:cxnSpMkLst>
        </pc:cxnChg>
        <pc:cxnChg chg="mod">
          <ac:chgData name="Michael Herman" userId="844217e249c738f3" providerId="LiveId" clId="{8AF0D22E-57A7-4507-8362-C86AA40CA462}" dt="2026-04-11T23:47:18.210" v="5661" actId="14100"/>
          <ac:cxnSpMkLst>
            <pc:docMk/>
            <pc:sldMk cId="3525318441" sldId="1112"/>
            <ac:cxnSpMk id="92" creationId="{4A2E0B92-F5AD-934C-2491-C3C19A3959F4}"/>
          </ac:cxnSpMkLst>
        </pc:cxnChg>
        <pc:cxnChg chg="mod">
          <ac:chgData name="Michael Herman" userId="844217e249c738f3" providerId="LiveId" clId="{8AF0D22E-57A7-4507-8362-C86AA40CA462}" dt="2026-04-11T23:46:32.342" v="5656" actId="1036"/>
          <ac:cxnSpMkLst>
            <pc:docMk/>
            <pc:sldMk cId="3525318441" sldId="1112"/>
            <ac:cxnSpMk id="108" creationId="{BB6315C3-F66E-EECA-5172-BEB0104C203A}"/>
          </ac:cxnSpMkLst>
        </pc:cxnChg>
        <pc:cxnChg chg="mod">
          <ac:chgData name="Michael Herman" userId="844217e249c738f3" providerId="LiveId" clId="{8AF0D22E-57A7-4507-8362-C86AA40CA462}" dt="2026-04-11T23:46:32.342" v="5656" actId="1036"/>
          <ac:cxnSpMkLst>
            <pc:docMk/>
            <pc:sldMk cId="3525318441" sldId="1112"/>
            <ac:cxnSpMk id="113" creationId="{FD6939ED-4E4A-1F25-4F6C-7963D66618D9}"/>
          </ac:cxnSpMkLst>
        </pc:cxnChg>
        <pc:cxnChg chg="mod">
          <ac:chgData name="Michael Herman" userId="844217e249c738f3" providerId="LiveId" clId="{8AF0D22E-57A7-4507-8362-C86AA40CA462}" dt="2026-04-11T23:47:07.085" v="5659" actId="14100"/>
          <ac:cxnSpMkLst>
            <pc:docMk/>
            <pc:sldMk cId="3525318441" sldId="1112"/>
            <ac:cxnSpMk id="116" creationId="{34CE5A4E-815A-D6FB-D9D6-3D2337C6EF9B}"/>
          </ac:cxnSpMkLst>
        </pc:cxnChg>
        <pc:cxnChg chg="mod">
          <ac:chgData name="Michael Herman" userId="844217e249c738f3" providerId="LiveId" clId="{8AF0D22E-57A7-4507-8362-C86AA40CA462}" dt="2026-04-11T23:46:16.403" v="5618" actId="164"/>
          <ac:cxnSpMkLst>
            <pc:docMk/>
            <pc:sldMk cId="3525318441" sldId="1112"/>
            <ac:cxnSpMk id="130" creationId="{29C3E3C0-A802-FE8A-1251-6AC4A2FEA9CC}"/>
          </ac:cxnSpMkLst>
        </pc:cxnChg>
        <pc:cxnChg chg="mod">
          <ac:chgData name="Michael Herman" userId="844217e249c738f3" providerId="LiveId" clId="{8AF0D22E-57A7-4507-8362-C86AA40CA462}" dt="2026-04-11T23:46:39.261" v="5657" actId="14100"/>
          <ac:cxnSpMkLst>
            <pc:docMk/>
            <pc:sldMk cId="3525318441" sldId="1112"/>
            <ac:cxnSpMk id="131" creationId="{94F14807-EABD-C1D2-098C-1A15AD9F16B0}"/>
          </ac:cxnSpMkLst>
        </pc:cxnChg>
      </pc:sldChg>
      <pc:sldMasterChg chg="delSldLayout">
        <pc:chgData name="Michael Herman" userId="844217e249c738f3" providerId="LiveId" clId="{8AF0D22E-57A7-4507-8362-C86AA40CA462}" dt="2026-04-08T23:18:13.245" v="0" actId="47"/>
        <pc:sldMasterMkLst>
          <pc:docMk/>
          <pc:sldMasterMk cId="0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44186-01E3-4371-812C-3D20EFCB6035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8D7693-A2A0-4755-B451-2ADCF4451B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186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EAD86-50BA-1C68-ADCD-4CBFE69CE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7AAEA6-249A-3AB3-0688-CFFFB644D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7C8DB-0991-9B50-3E41-702BBE03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72C65-9894-0602-0AFC-970846AA6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D7693-A2A0-4755-B451-2ADCF4451B7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815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B7E7A-69F4-05B2-7A86-7DE4EA681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04F2A-AB00-8D82-4360-8B47CB5F9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A6AE93-64ED-11EF-9A7D-C99B0F1EE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037AF-3A22-13BC-41BC-FF5112AF9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D7693-A2A0-4755-B451-2ADCF4451B7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21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DAB98-75AA-7335-A193-430E994F2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744A93-B3AF-C6BE-7B5A-3E00CC79A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616A37-6E4C-76DB-5B43-B4BE1BA30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9CB01-3215-31BC-C695-DFBD41843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D7693-A2A0-4755-B451-2ADCF4451B7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188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7E7AC-8BA8-0A55-4FB4-86AD4C0BB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3B7E4-D3C6-2D2D-390E-CCC13D164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496B9-6499-CB1A-1464-098F0F2F0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246FE-6993-93CD-F6E0-633B27A386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D7693-A2A0-4755-B451-2ADCF4451B7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189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C158A-CCAA-6AB6-DF6B-76C69D878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049B4E-F3C9-7BDE-EDC4-1E03900C7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FA826F-E16E-5672-9D4B-E486ABCF0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F0071-0855-0168-AE82-EC1137AD7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D7693-A2A0-4755-B451-2ADCF4451B7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591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3D4F2-855F-AC38-727C-A6B41A071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564010-3E50-DE0E-67DD-9BE098460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3B96C6-DE2D-D976-D013-67775E3EB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C44B7-E061-F0C3-B54A-473A2099EE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D7693-A2A0-4755-B451-2ADCF4451B7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503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9125" y="802298"/>
            <a:ext cx="1043572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9125" y="3531204"/>
            <a:ext cx="10435727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7AD9-CBE2-462F-BEF6-032144F74D9C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5" name="Straight Connector 14"/>
          <p:cNvCxnSpPr>
            <a:cxnSpLocks/>
          </p:cNvCxnSpPr>
          <p:nvPr/>
        </p:nvCxnSpPr>
        <p:spPr>
          <a:xfrm flipV="1">
            <a:off x="619125" y="3528542"/>
            <a:ext cx="10435727" cy="2662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840423"/>
            <a:ext cx="9603275" cy="4312725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AED2B-251D-466C-BD89-E5C2749E9FB0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FD0A-11E7-459D-B226-45799C814772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3F9AA-1047-4ACA-B9E5-36D21B8B9060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D221D-862E-44F5-B27A-F314CF80215D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16C27-1A71-4E07-A213-983C96C5593C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BAFF4-E3C8-4FD3-852C-FCBAC6921473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42EE-E8C4-4285-838F-BBFFB235F3E7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BA0A5F9-1DC3-46B8-9ABC-1B531BC99920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E2FE-B308-4462-8B67-531857DD212E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5ACF-18CF-4430-BF2C-52EA18BA6101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29636-EB6F-48BC-8FA6-1DA45BF387EB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00460" y="6244136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79D75-2462-EF0C-713D-6E6B4A568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Arrow: Up-Down 62">
            <a:extLst>
              <a:ext uri="{FF2B5EF4-FFF2-40B4-BE49-F238E27FC236}">
                <a16:creationId xmlns:a16="http://schemas.microsoft.com/office/drawing/2014/main" id="{C9833039-549E-20ED-3F3A-C7B82277855D}"/>
              </a:ext>
            </a:extLst>
          </p:cNvPr>
          <p:cNvSpPr/>
          <p:nvPr/>
        </p:nvSpPr>
        <p:spPr>
          <a:xfrm>
            <a:off x="12351471" y="769424"/>
            <a:ext cx="3477844" cy="5636571"/>
          </a:xfrm>
          <a:prstGeom prst="upDownArrow">
            <a:avLst>
              <a:gd name="adj1" fmla="val 64745"/>
              <a:gd name="adj2" fmla="val 16527"/>
            </a:avLst>
          </a:prstGeom>
          <a:solidFill>
            <a:srgbClr val="0068A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en-US" sz="2400" b="1" dirty="0"/>
              <a:t>Verifiable Trust Circles (VTC7)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F61797-2422-085F-334B-CF7A0A2E7141}"/>
              </a:ext>
            </a:extLst>
          </p:cNvPr>
          <p:cNvSpPr txBox="1"/>
          <p:nvPr/>
        </p:nvSpPr>
        <p:spPr>
          <a:xfrm>
            <a:off x="-2244919" y="14296"/>
            <a:ext cx="171886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Koblenz Serial" panose="02000000000000000000" pitchFamily="50" charset="0"/>
                <a:cs typeface="Cascadia Code" panose="020B0609020000020004" pitchFamily="49" charset="0"/>
              </a:rPr>
              <a:t>Web 7.0™ Decentralized System Architecture (DSA) 0.16 Epoch 0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  <a:latin typeface="Koblenz Serial" panose="02000000000000000000" pitchFamily="50" charset="0"/>
                <a:cs typeface="Cascadia Code" panose="020B0609020000020004" pitchFamily="49" charset="0"/>
              </a:rPr>
              <a:t>Secure, Trusted, DID-native, DIDComm-native Web 7.0 DIDLibOS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C3836F5-7928-B875-62BD-E2DD3230DFF7}"/>
              </a:ext>
            </a:extLst>
          </p:cNvPr>
          <p:cNvSpPr/>
          <p:nvPr/>
        </p:nvSpPr>
        <p:spPr>
          <a:xfrm>
            <a:off x="11121914" y="1513718"/>
            <a:ext cx="1402080" cy="4194960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Internet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5859EF7-B56F-8F5C-09B8-9F022964591F}"/>
              </a:ext>
            </a:extLst>
          </p:cNvPr>
          <p:cNvSpPr/>
          <p:nvPr/>
        </p:nvSpPr>
        <p:spPr>
          <a:xfrm>
            <a:off x="2604424" y="1525198"/>
            <a:ext cx="6347006" cy="4229100"/>
          </a:xfrm>
          <a:prstGeom prst="roundRect">
            <a:avLst>
              <a:gd name="adj" fmla="val 3925"/>
            </a:avLst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Citizen/Society Trusted Digital Assistant (Citizen/Society TDA)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(PS Host web7tda.exe)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E9399C09-A8D4-B367-0609-27A3732C5B6D}"/>
              </a:ext>
            </a:extLst>
          </p:cNvPr>
          <p:cNvSpPr/>
          <p:nvPr/>
        </p:nvSpPr>
        <p:spPr>
          <a:xfrm>
            <a:off x="8085949" y="2363087"/>
            <a:ext cx="698448" cy="3271951"/>
          </a:xfrm>
          <a:prstGeom prst="round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   DIDComm/HTTP Listener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15ED4E-DAFC-D4B6-5A8E-52A487EF7998}"/>
              </a:ext>
            </a:extLst>
          </p:cNvPr>
          <p:cNvSpPr/>
          <p:nvPr/>
        </p:nvSpPr>
        <p:spPr>
          <a:xfrm>
            <a:off x="801569" y="1525198"/>
            <a:ext cx="1775667" cy="4206340"/>
          </a:xfrm>
          <a:prstGeom prst="roundRect">
            <a:avLst>
              <a:gd name="adj" fmla="val 6979"/>
            </a:avLst>
          </a:prstGeom>
          <a:gradFill flip="none" rotWithShape="1">
            <a:gsLst>
              <a:gs pos="0">
                <a:srgbClr val="0068A5">
                  <a:tint val="66000"/>
                  <a:satMod val="160000"/>
                </a:srgbClr>
              </a:gs>
              <a:gs pos="50000">
                <a:srgbClr val="0068A5">
                  <a:tint val="44500"/>
                  <a:satMod val="160000"/>
                </a:srgbClr>
              </a:gs>
              <a:gs pos="100000">
                <a:srgbClr val="0068A5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rgbClr val="0068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Loadable Object </a:t>
            </a:r>
            <a:br>
              <a:rPr lang="en-US" sz="2200" b="1" dirty="0">
                <a:solidFill>
                  <a:schemeClr val="tx1"/>
                </a:solidFill>
              </a:rPr>
            </a:br>
            <a:r>
              <a:rPr lang="en-US" sz="2200" b="1" dirty="0">
                <a:solidFill>
                  <a:schemeClr val="tx1"/>
                </a:solidFill>
              </a:rPr>
              <a:t>Brain Extensions </a:t>
            </a:r>
            <a:br>
              <a:rPr lang="en-US" sz="2200" b="1" dirty="0">
                <a:solidFill>
                  <a:schemeClr val="tx1"/>
                </a:solidFill>
              </a:rPr>
            </a:br>
            <a:r>
              <a:rPr lang="en-US" sz="2200" b="1" dirty="0">
                <a:solidFill>
                  <a:schemeClr val="tx1"/>
                </a:solidFill>
              </a:rPr>
              <a:t>(PowerShell Modules)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CEA5C8B-5718-FAC9-540F-FCB9761BDEB7}"/>
              </a:ext>
            </a:extLst>
          </p:cNvPr>
          <p:cNvSpPr/>
          <p:nvPr/>
        </p:nvSpPr>
        <p:spPr>
          <a:xfrm>
            <a:off x="9022484" y="1523023"/>
            <a:ext cx="698400" cy="4220538"/>
          </a:xfrm>
          <a:prstGeom prst="round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DIDComm V2</a:t>
            </a:r>
          </a:p>
          <a:p>
            <a:pPr algn="ctr"/>
            <a:r>
              <a:rPr lang="en-US" sz="2200" b="1" dirty="0">
                <a:solidFill>
                  <a:schemeClr val="tx1"/>
                </a:solidFill>
              </a:rPr>
              <a:t>(Secure Trusted Messaging)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D13896C-F789-A8B4-D65B-2B1CBB447DF9}"/>
              </a:ext>
            </a:extLst>
          </p:cNvPr>
          <p:cNvGrpSpPr/>
          <p:nvPr/>
        </p:nvGrpSpPr>
        <p:grpSpPr>
          <a:xfrm rot="16200000">
            <a:off x="9441260" y="5061503"/>
            <a:ext cx="2689019" cy="919986"/>
            <a:chOff x="-74257" y="5104980"/>
            <a:chExt cx="2689019" cy="919986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297F247-A718-1FB5-49DF-7F06946D96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79278" y="5564973"/>
              <a:ext cx="919986" cy="0"/>
            </a:xfrm>
            <a:prstGeom prst="line">
              <a:avLst/>
            </a:prstGeom>
            <a:ln w="571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6ED19E9F-5777-A2E8-AD14-267D3D92DBFE}"/>
                </a:ext>
              </a:extLst>
            </p:cNvPr>
            <p:cNvSpPr/>
            <p:nvPr/>
          </p:nvSpPr>
          <p:spPr>
            <a:xfrm>
              <a:off x="2263780" y="5402217"/>
              <a:ext cx="350982" cy="166255"/>
            </a:xfrm>
            <a:prstGeom prst="round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A33432B-4745-4549-B0CE-AE42706E085D}"/>
                </a:ext>
              </a:extLst>
            </p:cNvPr>
            <p:cNvSpPr txBox="1"/>
            <p:nvPr/>
          </p:nvSpPr>
          <p:spPr>
            <a:xfrm>
              <a:off x="-74257" y="5263742"/>
              <a:ext cx="23261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Outbound Processing</a:t>
              </a:r>
            </a:p>
            <a:p>
              <a:pPr algn="r"/>
              <a:r>
                <a:rPr lang="en-US" dirty="0"/>
                <a:t>(Pack)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90A1749-CD22-788D-22E2-2326822A3269}"/>
              </a:ext>
            </a:extLst>
          </p:cNvPr>
          <p:cNvGrpSpPr/>
          <p:nvPr/>
        </p:nvGrpSpPr>
        <p:grpSpPr>
          <a:xfrm rot="16200000">
            <a:off x="9559112" y="1564799"/>
            <a:ext cx="2498449" cy="662070"/>
            <a:chOff x="4095830" y="5293765"/>
            <a:chExt cx="2498449" cy="662070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4DA97FF-7521-F6F9-1E96-FF928719F2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71321" y="5293765"/>
              <a:ext cx="9728" cy="622570"/>
            </a:xfrm>
            <a:prstGeom prst="line">
              <a:avLst/>
            </a:prstGeom>
            <a:ln w="57150">
              <a:solidFill>
                <a:schemeClr val="tx1"/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4C98EC36-10C4-EEA0-8A1B-D9D2A949FDA3}"/>
                </a:ext>
              </a:extLst>
            </p:cNvPr>
            <p:cNvSpPr/>
            <p:nvPr/>
          </p:nvSpPr>
          <p:spPr>
            <a:xfrm>
              <a:off x="4095830" y="5442774"/>
              <a:ext cx="350982" cy="166255"/>
            </a:xfrm>
            <a:prstGeom prst="round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225CE54-87A2-5114-497A-24314F8E432D}"/>
                </a:ext>
              </a:extLst>
            </p:cNvPr>
            <p:cNvSpPr txBox="1"/>
            <p:nvPr/>
          </p:nvSpPr>
          <p:spPr>
            <a:xfrm>
              <a:off x="4436102" y="5309504"/>
              <a:ext cx="21581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Inbound Processing (Unpack)</a:t>
              </a:r>
            </a:p>
          </p:txBody>
        </p: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4D47336-2624-9929-D594-E00CD92396C8}"/>
              </a:ext>
            </a:extLst>
          </p:cNvPr>
          <p:cNvSpPr/>
          <p:nvPr/>
        </p:nvSpPr>
        <p:spPr>
          <a:xfrm>
            <a:off x="9752533" y="1525098"/>
            <a:ext cx="697230" cy="4229098"/>
          </a:xfrm>
          <a:prstGeom prst="round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REST/HTTP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9985CD-77FE-011E-06E9-E574B9036661}"/>
              </a:ext>
            </a:extLst>
          </p:cNvPr>
          <p:cNvSpPr txBox="1"/>
          <p:nvPr/>
        </p:nvSpPr>
        <p:spPr>
          <a:xfrm>
            <a:off x="-1965025" y="9091034"/>
            <a:ext cx="16908774" cy="424773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algn="ctr"/>
            <a:r>
              <a:rPr lang="en-US" sz="1600" b="0" i="0" dirty="0">
                <a:effectLst/>
              </a:rPr>
              <a:t>Copyright © </a:t>
            </a:r>
            <a:r>
              <a:rPr lang="en-US" sz="1600" dirty="0"/>
              <a:t>2026</a:t>
            </a:r>
            <a:r>
              <a:rPr lang="en-US" sz="1600" b="0" i="0" dirty="0">
                <a:effectLst/>
              </a:rPr>
              <a:t> Michael Herman (Alberta, Canada) – TDW</a:t>
            </a:r>
            <a:r>
              <a:rPr lang="en-US" sz="1600" dirty="0"/>
              <a:t>™ – </a:t>
            </a:r>
            <a:r>
              <a:rPr lang="en-US" sz="1600" b="0" i="0" dirty="0">
                <a:effectLst/>
              </a:rPr>
              <a:t>Creative Commons Attribution-ShareAlike 4.0 International Public License</a:t>
            </a:r>
            <a:endParaRPr lang="en-US" sz="16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C462AD-D550-59AC-DFE9-C3116C831819}"/>
              </a:ext>
            </a:extLst>
          </p:cNvPr>
          <p:cNvSpPr/>
          <p:nvPr/>
        </p:nvSpPr>
        <p:spPr>
          <a:xfrm>
            <a:off x="2746930" y="2363087"/>
            <a:ext cx="5216255" cy="3271951"/>
          </a:xfrm>
          <a:prstGeom prst="roundRect">
            <a:avLst>
              <a:gd name="adj" fmla="val 10037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PowerShell Runspace Pool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A175D19-C39B-17BF-BE6E-41B985F1BB42}"/>
              </a:ext>
            </a:extLst>
          </p:cNvPr>
          <p:cNvSpPr/>
          <p:nvPr/>
        </p:nvSpPr>
        <p:spPr>
          <a:xfrm>
            <a:off x="2876077" y="2870163"/>
            <a:ext cx="3228018" cy="2576775"/>
          </a:xfrm>
          <a:prstGeom prst="roundRect">
            <a:avLst>
              <a:gd name="adj" fmla="val 10037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Agent 1 Runspace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FA6B9AF-E300-BAB5-9FD4-B3C925F2D086}"/>
              </a:ext>
            </a:extLst>
          </p:cNvPr>
          <p:cNvSpPr/>
          <p:nvPr/>
        </p:nvSpPr>
        <p:spPr>
          <a:xfrm>
            <a:off x="2997465" y="4435662"/>
            <a:ext cx="2960444" cy="884157"/>
          </a:xfrm>
          <a:prstGeom prst="round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DIDComm Message Switchboard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(Inbound/Outbound)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240AC12-2D2D-931E-3496-B31615FAF20F}"/>
              </a:ext>
            </a:extLst>
          </p:cNvPr>
          <p:cNvGrpSpPr/>
          <p:nvPr/>
        </p:nvGrpSpPr>
        <p:grpSpPr>
          <a:xfrm>
            <a:off x="-1807683" y="1523024"/>
            <a:ext cx="1869867" cy="4410239"/>
            <a:chOff x="-1021190" y="1266556"/>
            <a:chExt cx="1869867" cy="441023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FFF5DBD4-ECCB-7D01-9FC2-E3984C33BEA6}"/>
                </a:ext>
              </a:extLst>
            </p:cNvPr>
            <p:cNvGrpSpPr/>
            <p:nvPr/>
          </p:nvGrpSpPr>
          <p:grpSpPr>
            <a:xfrm>
              <a:off x="-519323" y="1268630"/>
              <a:ext cx="1368000" cy="4408165"/>
              <a:chOff x="-519323" y="1268630"/>
              <a:chExt cx="1368000" cy="4408165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E6A6EA61-9297-6BD0-5358-43722952D4B4}"/>
                  </a:ext>
                </a:extLst>
              </p:cNvPr>
              <p:cNvGrpSpPr/>
              <p:nvPr/>
            </p:nvGrpSpPr>
            <p:grpSpPr>
              <a:xfrm>
                <a:off x="-519323" y="1268630"/>
                <a:ext cx="1368000" cy="4408165"/>
                <a:chOff x="-249775" y="1382714"/>
                <a:chExt cx="1368000" cy="4408165"/>
              </a:xfrm>
            </p:grpSpPr>
            <p:pic>
              <p:nvPicPr>
                <p:cNvPr id="4" name="Graphic 3" descr="Smart Phone with solid fill">
                  <a:extLst>
                    <a:ext uri="{FF2B5EF4-FFF2-40B4-BE49-F238E27FC236}">
                      <a16:creationId xmlns:a16="http://schemas.microsoft.com/office/drawing/2014/main" id="{93F4A9A2-FA06-4DC1-0BE0-3192A69AE0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249775" y="1382714"/>
                  <a:ext cx="1368000" cy="1368000"/>
                </a:xfrm>
                <a:prstGeom prst="rect">
                  <a:avLst/>
                </a:prstGeom>
              </p:spPr>
            </p:pic>
            <p:pic>
              <p:nvPicPr>
                <p:cNvPr id="19" name="Graphic 18" descr="Tablet with solid fill">
                  <a:extLst>
                    <a:ext uri="{FF2B5EF4-FFF2-40B4-BE49-F238E27FC236}">
                      <a16:creationId xmlns:a16="http://schemas.microsoft.com/office/drawing/2014/main" id="{C6F2E833-E0FD-DA40-8783-811FB76894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249775" y="2535134"/>
                  <a:ext cx="1368000" cy="1368000"/>
                </a:xfrm>
                <a:prstGeom prst="rect">
                  <a:avLst/>
                </a:prstGeom>
              </p:spPr>
            </p:pic>
            <p:pic>
              <p:nvPicPr>
                <p:cNvPr id="31" name="Graphic 30" descr="Laptop with solid fill">
                  <a:extLst>
                    <a:ext uri="{FF2B5EF4-FFF2-40B4-BE49-F238E27FC236}">
                      <a16:creationId xmlns:a16="http://schemas.microsoft.com/office/drawing/2014/main" id="{62FDA9CB-705D-43D9-E8B8-8183AB18A8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249775" y="3483157"/>
                  <a:ext cx="1368000" cy="1368000"/>
                </a:xfrm>
                <a:prstGeom prst="rect">
                  <a:avLst/>
                </a:prstGeom>
              </p:spPr>
            </p:pic>
            <p:pic>
              <p:nvPicPr>
                <p:cNvPr id="35" name="Graphic 34" descr="Watch with solid fill">
                  <a:extLst>
                    <a:ext uri="{FF2B5EF4-FFF2-40B4-BE49-F238E27FC236}">
                      <a16:creationId xmlns:a16="http://schemas.microsoft.com/office/drawing/2014/main" id="{D3477646-F7A0-67EB-0365-ABC82562A7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105775" y="4710879"/>
                  <a:ext cx="1080000" cy="1080000"/>
                </a:xfrm>
                <a:prstGeom prst="rect">
                  <a:avLst/>
                </a:prstGeom>
              </p:spPr>
            </p:pic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6ADF238-BAAA-B84B-2D4F-36BA771C6A57}"/>
                  </a:ext>
                </a:extLst>
              </p:cNvPr>
              <p:cNvSpPr txBox="1"/>
              <p:nvPr/>
            </p:nvSpPr>
            <p:spPr>
              <a:xfrm>
                <a:off x="-171227" y="1530614"/>
                <a:ext cx="677108" cy="848950"/>
              </a:xfrm>
              <a:prstGeom prst="rect">
                <a:avLst/>
              </a:prstGeom>
              <a:noFill/>
            </p:spPr>
            <p:txBody>
              <a:bodyPr vert="vert270" wrap="none" rtlCol="0">
                <a:spAutoFit/>
              </a:bodyPr>
              <a:lstStyle/>
              <a:p>
                <a:pPr algn="ctr"/>
                <a:r>
                  <a:rPr lang="en-US" sz="1600" b="1" dirty="0"/>
                  <a:t>UX/GR/</a:t>
                </a:r>
              </a:p>
              <a:p>
                <a:pPr algn="ctr"/>
                <a:r>
                  <a:rPr lang="en-US" sz="1600" b="1" dirty="0"/>
                  <a:t>HTML</a:t>
                </a: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4C9F892-7326-5BE1-EA6A-11D8FEDC41CB}"/>
                  </a:ext>
                </a:extLst>
              </p:cNvPr>
              <p:cNvSpPr/>
              <p:nvPr/>
            </p:nvSpPr>
            <p:spPr>
              <a:xfrm>
                <a:off x="-48197" y="4920795"/>
                <a:ext cx="468000" cy="468000"/>
              </a:xfrm>
              <a:prstGeom prst="ellipse">
                <a:avLst/>
              </a:prstGeom>
              <a:solidFill>
                <a:srgbClr val="E9E7E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2F021A1-AC85-933C-AFDA-7C09AAF0F7D2}"/>
                  </a:ext>
                </a:extLst>
              </p:cNvPr>
              <p:cNvSpPr txBox="1"/>
              <p:nvPr/>
            </p:nvSpPr>
            <p:spPr>
              <a:xfrm>
                <a:off x="-99780" y="4941470"/>
                <a:ext cx="5629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 dirty="0"/>
                  <a:t>UX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D805600-9564-E680-1CA9-0DA82C031FBE}"/>
                </a:ext>
              </a:extLst>
            </p:cNvPr>
            <p:cNvSpPr txBox="1"/>
            <p:nvPr/>
          </p:nvSpPr>
          <p:spPr>
            <a:xfrm rot="16200000">
              <a:off x="-2589342" y="2834708"/>
              <a:ext cx="3674914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Command Li</a:t>
              </a:r>
              <a:r>
                <a:rPr lang="en-US" b="1" dirty="0">
                  <a:solidFill>
                    <a:schemeClr val="tx1"/>
                  </a:solidFill>
                </a:rPr>
                <a:t>ne </a:t>
              </a:r>
              <a:r>
                <a:rPr lang="en-US" b="1" dirty="0" err="1">
                  <a:solidFill>
                    <a:schemeClr val="tx1"/>
                  </a:solidFill>
                </a:rPr>
                <a:t>Interaces</a:t>
              </a:r>
              <a:r>
                <a:rPr lang="en-US" b="1" dirty="0">
                  <a:solidFill>
                    <a:schemeClr val="tx1"/>
                  </a:solidFill>
                </a:rPr>
                <a:t> (CLIs)</a:t>
              </a:r>
            </a:p>
            <a:p>
              <a:pPr algn="ctr"/>
              <a:r>
                <a:rPr lang="en-US" sz="1100" b="1" dirty="0"/>
                <a:t>(Windows, Linux Android, iOS, </a:t>
              </a:r>
              <a:r>
                <a:rPr lang="en-US" sz="1100" b="1" dirty="0" err="1"/>
                <a:t>FireOS</a:t>
              </a:r>
              <a:r>
                <a:rPr lang="en-US" sz="1100" b="1" dirty="0"/>
                <a:t>)</a:t>
              </a:r>
              <a:endParaRPr lang="en-US" sz="11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CBF9B2A-3FEC-E28A-D871-CD10D2FE2BD1}"/>
              </a:ext>
            </a:extLst>
          </p:cNvPr>
          <p:cNvCxnSpPr>
            <a:cxnSpLocks/>
          </p:cNvCxnSpPr>
          <p:nvPr/>
        </p:nvCxnSpPr>
        <p:spPr>
          <a:xfrm>
            <a:off x="-338990" y="2209098"/>
            <a:ext cx="2346210" cy="0"/>
          </a:xfrm>
          <a:prstGeom prst="line">
            <a:avLst/>
          </a:prstGeom>
          <a:ln w="571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B2CD422-0BBA-A24C-9F41-30DB26407F45}"/>
              </a:ext>
            </a:extLst>
          </p:cNvPr>
          <p:cNvCxnSpPr>
            <a:cxnSpLocks/>
            <a:stCxn id="42" idx="3"/>
          </p:cNvCxnSpPr>
          <p:nvPr/>
        </p:nvCxnSpPr>
        <p:spPr>
          <a:xfrm flipV="1">
            <a:off x="-323298" y="5372596"/>
            <a:ext cx="2330518" cy="10008"/>
          </a:xfrm>
          <a:prstGeom prst="line">
            <a:avLst/>
          </a:prstGeom>
          <a:ln w="571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2844D86-1AF0-26E6-08C0-E440F7802333}"/>
              </a:ext>
            </a:extLst>
          </p:cNvPr>
          <p:cNvSpPr/>
          <p:nvPr/>
        </p:nvSpPr>
        <p:spPr>
          <a:xfrm>
            <a:off x="137076" y="1885832"/>
            <a:ext cx="409821" cy="3822846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Internet/LAN/P2P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77D5208-A84B-55B6-9F18-C79B6B802993}"/>
              </a:ext>
            </a:extLst>
          </p:cNvPr>
          <p:cNvGrpSpPr/>
          <p:nvPr/>
        </p:nvGrpSpPr>
        <p:grpSpPr>
          <a:xfrm>
            <a:off x="13264604" y="1491430"/>
            <a:ext cx="1365873" cy="4199753"/>
            <a:chOff x="12829716" y="1234962"/>
            <a:chExt cx="1365873" cy="4199753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B93DA356-8FB3-CBF3-D18F-E0BE4CC395B5}"/>
                </a:ext>
              </a:extLst>
            </p:cNvPr>
            <p:cNvSpPr/>
            <p:nvPr/>
          </p:nvSpPr>
          <p:spPr>
            <a:xfrm>
              <a:off x="12829716" y="1234962"/>
              <a:ext cx="1365873" cy="717668"/>
            </a:xfrm>
            <a:prstGeom prst="roundRect">
              <a:avLst>
                <a:gd name="adj" fmla="val 3925"/>
              </a:avLst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Citizen</a:t>
              </a:r>
            </a:p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TDA</a:t>
              </a: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0E8AF06F-5D9E-BD88-1675-770027995A46}"/>
                </a:ext>
              </a:extLst>
            </p:cNvPr>
            <p:cNvSpPr/>
            <p:nvPr/>
          </p:nvSpPr>
          <p:spPr>
            <a:xfrm>
              <a:off x="12829717" y="2106619"/>
              <a:ext cx="1365872" cy="716532"/>
            </a:xfrm>
            <a:prstGeom prst="roundRect">
              <a:avLst>
                <a:gd name="adj" fmla="val 3925"/>
              </a:avLst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Citizen</a:t>
              </a:r>
            </a:p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TDA</a:t>
              </a: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8A9C1F84-0D16-1DEA-1ACF-C282B6D0E85B}"/>
                </a:ext>
              </a:extLst>
            </p:cNvPr>
            <p:cNvSpPr/>
            <p:nvPr/>
          </p:nvSpPr>
          <p:spPr>
            <a:xfrm>
              <a:off x="12829717" y="2977140"/>
              <a:ext cx="1365872" cy="716532"/>
            </a:xfrm>
            <a:prstGeom prst="roundRect">
              <a:avLst>
                <a:gd name="adj" fmla="val 3925"/>
              </a:avLst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29826437-B64A-F342-2AB9-1F68FA89E929}"/>
                </a:ext>
              </a:extLst>
            </p:cNvPr>
            <p:cNvSpPr/>
            <p:nvPr/>
          </p:nvSpPr>
          <p:spPr>
            <a:xfrm>
              <a:off x="12829717" y="4718183"/>
              <a:ext cx="1365872" cy="716532"/>
            </a:xfrm>
            <a:prstGeom prst="roundRect">
              <a:avLst>
                <a:gd name="adj" fmla="val 3925"/>
              </a:avLst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Citizen</a:t>
              </a:r>
            </a:p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TDA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F9161FD2-0F76-D5E3-50E6-A5C659F23717}"/>
                </a:ext>
              </a:extLst>
            </p:cNvPr>
            <p:cNvSpPr/>
            <p:nvPr/>
          </p:nvSpPr>
          <p:spPr>
            <a:xfrm>
              <a:off x="12829717" y="3847661"/>
              <a:ext cx="1365872" cy="716532"/>
            </a:xfrm>
            <a:prstGeom prst="roundRect">
              <a:avLst>
                <a:gd name="adj" fmla="val 3925"/>
              </a:avLst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Citizen</a:t>
              </a:r>
            </a:p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TDA</a:t>
              </a:r>
            </a:p>
          </p:txBody>
        </p: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AB0A70D-1BE1-2A93-6F15-D9FA9E4DFDA2}"/>
              </a:ext>
            </a:extLst>
          </p:cNvPr>
          <p:cNvCxnSpPr>
            <a:cxnSpLocks/>
          </p:cNvCxnSpPr>
          <p:nvPr/>
        </p:nvCxnSpPr>
        <p:spPr>
          <a:xfrm flipV="1">
            <a:off x="12521590" y="3591874"/>
            <a:ext cx="740611" cy="19324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97CBD86-44E0-25B4-64D1-B2018F69FB7F}"/>
              </a:ext>
            </a:extLst>
          </p:cNvPr>
          <p:cNvCxnSpPr>
            <a:cxnSpLocks/>
          </p:cNvCxnSpPr>
          <p:nvPr/>
        </p:nvCxnSpPr>
        <p:spPr>
          <a:xfrm flipV="1">
            <a:off x="12521590" y="2687949"/>
            <a:ext cx="740611" cy="19324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C0C715D-B26F-8422-6F47-5FC22CA2A818}"/>
              </a:ext>
            </a:extLst>
          </p:cNvPr>
          <p:cNvCxnSpPr>
            <a:cxnSpLocks/>
          </p:cNvCxnSpPr>
          <p:nvPr/>
        </p:nvCxnSpPr>
        <p:spPr>
          <a:xfrm flipV="1">
            <a:off x="12521590" y="5353272"/>
            <a:ext cx="740611" cy="19324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F46B7DE-3ABC-5858-8B7E-38710B04250A}"/>
              </a:ext>
            </a:extLst>
          </p:cNvPr>
          <p:cNvCxnSpPr>
            <a:cxnSpLocks/>
          </p:cNvCxnSpPr>
          <p:nvPr/>
        </p:nvCxnSpPr>
        <p:spPr>
          <a:xfrm flipV="1">
            <a:off x="12521590" y="4435662"/>
            <a:ext cx="740611" cy="19324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CA9FE98-4346-02FC-B5BA-578F5FDE0A41}"/>
              </a:ext>
            </a:extLst>
          </p:cNvPr>
          <p:cNvCxnSpPr>
            <a:cxnSpLocks/>
          </p:cNvCxnSpPr>
          <p:nvPr/>
        </p:nvCxnSpPr>
        <p:spPr>
          <a:xfrm flipV="1">
            <a:off x="12521590" y="1885832"/>
            <a:ext cx="740611" cy="19324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8AE37E6-8EC1-A372-AA67-F5ABBE8EC62C}"/>
              </a:ext>
            </a:extLst>
          </p:cNvPr>
          <p:cNvGrpSpPr/>
          <p:nvPr/>
        </p:nvGrpSpPr>
        <p:grpSpPr>
          <a:xfrm>
            <a:off x="2997465" y="3336927"/>
            <a:ext cx="2973244" cy="983559"/>
            <a:chOff x="2997465" y="3459588"/>
            <a:chExt cx="2973244" cy="983559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957ABE19-0F99-1394-F4E9-16EE32ABE8A4}"/>
                </a:ext>
              </a:extLst>
            </p:cNvPr>
            <p:cNvSpPr/>
            <p:nvPr/>
          </p:nvSpPr>
          <p:spPr>
            <a:xfrm>
              <a:off x="2997465" y="3459588"/>
              <a:ext cx="1203132" cy="425025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Email</a:t>
              </a: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544ACB57-14CE-E6F7-6106-4AD5DF259AD9}"/>
                </a:ext>
              </a:extLst>
            </p:cNvPr>
            <p:cNvSpPr/>
            <p:nvPr/>
          </p:nvSpPr>
          <p:spPr>
            <a:xfrm>
              <a:off x="4342074" y="3466144"/>
              <a:ext cx="1628635" cy="418469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Calendar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D8757486-796E-777E-D5DE-6B5B13D2BD3A}"/>
                </a:ext>
              </a:extLst>
            </p:cNvPr>
            <p:cNvSpPr/>
            <p:nvPr/>
          </p:nvSpPr>
          <p:spPr>
            <a:xfrm>
              <a:off x="2997465" y="4011567"/>
              <a:ext cx="1203132" cy="425025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Presence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2A312A19-07EF-A281-7EB0-03BFCE7AE71D}"/>
                </a:ext>
              </a:extLst>
            </p:cNvPr>
            <p:cNvSpPr/>
            <p:nvPr/>
          </p:nvSpPr>
          <p:spPr>
            <a:xfrm>
              <a:off x="4342074" y="4018122"/>
              <a:ext cx="1628635" cy="425025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Notifications</a:t>
              </a:r>
            </a:p>
          </p:txBody>
        </p:sp>
      </p:grpSp>
      <p:sp>
        <p:nvSpPr>
          <p:cNvPr id="8" name="Cylinder 7">
            <a:extLst>
              <a:ext uri="{FF2B5EF4-FFF2-40B4-BE49-F238E27FC236}">
                <a16:creationId xmlns:a16="http://schemas.microsoft.com/office/drawing/2014/main" id="{64008CF7-B0F8-201C-5A23-0FC6339D69C9}"/>
              </a:ext>
            </a:extLst>
          </p:cNvPr>
          <p:cNvSpPr/>
          <p:nvPr/>
        </p:nvSpPr>
        <p:spPr>
          <a:xfrm>
            <a:off x="5836717" y="6313863"/>
            <a:ext cx="1717818" cy="1404293"/>
          </a:xfrm>
          <a:prstGeom prst="can">
            <a:avLst/>
          </a:prstGeom>
          <a:solidFill>
            <a:srgbClr val="002060"/>
          </a:solidFill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Long-Term</a:t>
            </a:r>
          </a:p>
          <a:p>
            <a:pPr algn="ctr"/>
            <a:r>
              <a:rPr lang="en-US" sz="2200" b="1" dirty="0"/>
              <a:t>Message Memory</a:t>
            </a:r>
          </a:p>
          <a:p>
            <a:pPr algn="ctr"/>
            <a:r>
              <a:rPr lang="en-US" sz="2200" b="1" dirty="0"/>
              <a:t>(LiteDB)</a:t>
            </a:r>
          </a:p>
        </p:txBody>
      </p:sp>
      <p:sp>
        <p:nvSpPr>
          <p:cNvPr id="34" name="Cylinder 33">
            <a:extLst>
              <a:ext uri="{FF2B5EF4-FFF2-40B4-BE49-F238E27FC236}">
                <a16:creationId xmlns:a16="http://schemas.microsoft.com/office/drawing/2014/main" id="{9C0A5FFC-DCE8-ED85-3C78-6CA09DA85DB2}"/>
              </a:ext>
            </a:extLst>
          </p:cNvPr>
          <p:cNvSpPr/>
          <p:nvPr/>
        </p:nvSpPr>
        <p:spPr>
          <a:xfrm>
            <a:off x="3820142" y="6361510"/>
            <a:ext cx="1349332" cy="1308999"/>
          </a:xfrm>
          <a:prstGeom prst="can">
            <a:avLst/>
          </a:prstGeom>
          <a:solidFill>
            <a:srgbClr val="002060"/>
          </a:solidFill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Fast Cache</a:t>
            </a:r>
          </a:p>
          <a:p>
            <a:pPr algn="ctr"/>
            <a:r>
              <a:rPr lang="en-US" sz="2200" b="1" dirty="0"/>
              <a:t>(LiteDB)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C352C77-802C-6A5F-0FA7-C7B53DD4C4E0}"/>
              </a:ext>
            </a:extLst>
          </p:cNvPr>
          <p:cNvCxnSpPr>
            <a:cxnSpLocks/>
            <a:stCxn id="34" idx="1"/>
            <a:endCxn id="17" idx="2"/>
          </p:cNvCxnSpPr>
          <p:nvPr/>
        </p:nvCxnSpPr>
        <p:spPr>
          <a:xfrm flipH="1" flipV="1">
            <a:off x="4477687" y="5319819"/>
            <a:ext cx="17121" cy="1041691"/>
          </a:xfrm>
          <a:prstGeom prst="line">
            <a:avLst/>
          </a:prstGeom>
          <a:ln w="57150">
            <a:solidFill>
              <a:schemeClr val="accent5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D4872FF-E554-CC00-6766-A3FA7F43347F}"/>
              </a:ext>
            </a:extLst>
          </p:cNvPr>
          <p:cNvCxnSpPr>
            <a:cxnSpLocks/>
            <a:stCxn id="8" idx="2"/>
            <a:endCxn id="34" idx="4"/>
          </p:cNvCxnSpPr>
          <p:nvPr/>
        </p:nvCxnSpPr>
        <p:spPr>
          <a:xfrm flipH="1">
            <a:off x="5169474" y="7016010"/>
            <a:ext cx="667243" cy="0"/>
          </a:xfrm>
          <a:prstGeom prst="line">
            <a:avLst/>
          </a:prstGeom>
          <a:ln w="57150">
            <a:solidFill>
              <a:schemeClr val="accent5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47E4A7CE-9850-3531-DB98-C27E33C3451B}"/>
              </a:ext>
            </a:extLst>
          </p:cNvPr>
          <p:cNvSpPr txBox="1"/>
          <p:nvPr/>
        </p:nvSpPr>
        <p:spPr>
          <a:xfrm>
            <a:off x="-1132719" y="3068934"/>
            <a:ext cx="10187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UX/GR/</a:t>
            </a:r>
          </a:p>
          <a:p>
            <a:pPr algn="ctr"/>
            <a:r>
              <a:rPr lang="en-US" sz="1600" b="1" dirty="0"/>
              <a:t>HTML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D76DE5A-9B8C-F9B4-D7F9-A8D5E8A4A14A}"/>
              </a:ext>
            </a:extLst>
          </p:cNvPr>
          <p:cNvSpPr txBox="1"/>
          <p:nvPr/>
        </p:nvSpPr>
        <p:spPr>
          <a:xfrm>
            <a:off x="-1125282" y="3935008"/>
            <a:ext cx="10187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UX/GR/</a:t>
            </a:r>
          </a:p>
          <a:p>
            <a:pPr algn="ctr"/>
            <a:r>
              <a:rPr lang="en-US" sz="1600" b="1" dirty="0"/>
              <a:t>HTML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78C3AA0-F826-22A4-8C2D-68DFA8E3B375}"/>
              </a:ext>
            </a:extLst>
          </p:cNvPr>
          <p:cNvGrpSpPr/>
          <p:nvPr/>
        </p:nvGrpSpPr>
        <p:grpSpPr>
          <a:xfrm>
            <a:off x="1979861" y="1706196"/>
            <a:ext cx="425025" cy="3882939"/>
            <a:chOff x="1979861" y="1628139"/>
            <a:chExt cx="425025" cy="3882939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D0A14F5-DC3F-9EFE-739C-15F7E2508A45}"/>
                </a:ext>
              </a:extLst>
            </p:cNvPr>
            <p:cNvSpPr/>
            <p:nvPr/>
          </p:nvSpPr>
          <p:spPr>
            <a:xfrm rot="16200000">
              <a:off x="1590808" y="4696999"/>
              <a:ext cx="1203132" cy="425025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LOBE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F37CEE3D-D308-9F3F-4015-E3D98F0BA20D}"/>
                </a:ext>
              </a:extLst>
            </p:cNvPr>
            <p:cNvSpPr/>
            <p:nvPr/>
          </p:nvSpPr>
          <p:spPr>
            <a:xfrm rot="16200000">
              <a:off x="1590808" y="3357096"/>
              <a:ext cx="1203132" cy="425025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762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SVRN7</a:t>
              </a:r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69C738A6-CBC7-08E8-621C-2CADCA168674}"/>
                </a:ext>
              </a:extLst>
            </p:cNvPr>
            <p:cNvSpPr/>
            <p:nvPr/>
          </p:nvSpPr>
          <p:spPr>
            <a:xfrm rot="16200000">
              <a:off x="1590808" y="2017192"/>
              <a:ext cx="1203132" cy="425025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LOBE</a:t>
              </a:r>
            </a:p>
          </p:txBody>
        </p:sp>
      </p:grp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B6FB71C1-7F8B-E7C4-31BE-A5E6A8104911}"/>
              </a:ext>
            </a:extLst>
          </p:cNvPr>
          <p:cNvCxnSpPr>
            <a:cxnSpLocks/>
            <a:stCxn id="80" idx="0"/>
            <a:endCxn id="13" idx="1"/>
          </p:cNvCxnSpPr>
          <p:nvPr/>
        </p:nvCxnSpPr>
        <p:spPr>
          <a:xfrm rot="5400000" flipH="1" flipV="1">
            <a:off x="174104" y="5426848"/>
            <a:ext cx="1855983" cy="2180559"/>
          </a:xfrm>
          <a:prstGeom prst="bentConnector3">
            <a:avLst>
              <a:gd name="adj1" fmla="val 732"/>
            </a:avLst>
          </a:prstGeom>
          <a:ln w="57150">
            <a:solidFill>
              <a:schemeClr val="accent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Graphic 37" descr="Connections with solid fill">
            <a:extLst>
              <a:ext uri="{FF2B5EF4-FFF2-40B4-BE49-F238E27FC236}">
                <a16:creationId xmlns:a16="http://schemas.microsoft.com/office/drawing/2014/main" id="{0B4D7F05-5FEB-C89B-1F9C-018A437979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130652" y="6831147"/>
            <a:ext cx="1080000" cy="108000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</p:pic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26778C3C-383B-3112-F2B6-12DCC716B994}"/>
              </a:ext>
            </a:extLst>
          </p:cNvPr>
          <p:cNvSpPr/>
          <p:nvPr/>
        </p:nvSpPr>
        <p:spPr>
          <a:xfrm>
            <a:off x="400356" y="7233786"/>
            <a:ext cx="1440000" cy="3791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CIPHER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F636AE1-6021-8F84-547E-473C3A81C99E}"/>
              </a:ext>
            </a:extLst>
          </p:cNvPr>
          <p:cNvSpPr txBox="1"/>
          <p:nvPr/>
        </p:nvSpPr>
        <p:spPr>
          <a:xfrm>
            <a:off x="-454017" y="7445118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NEO4J</a:t>
            </a:r>
          </a:p>
        </p:txBody>
      </p: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26D269E9-0B24-C8EF-D9DC-22B705D42058}"/>
              </a:ext>
            </a:extLst>
          </p:cNvPr>
          <p:cNvCxnSpPr>
            <a:cxnSpLocks/>
            <a:stCxn id="93" idx="3"/>
          </p:cNvCxnSpPr>
          <p:nvPr/>
        </p:nvCxnSpPr>
        <p:spPr>
          <a:xfrm flipV="1">
            <a:off x="-15951" y="5576435"/>
            <a:ext cx="2322552" cy="3044217"/>
          </a:xfrm>
          <a:prstGeom prst="bentConnector2">
            <a:avLst/>
          </a:prstGeom>
          <a:ln w="57150">
            <a:solidFill>
              <a:schemeClr val="accent5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3BFDEE75-17C5-35D8-4463-38412A557430}"/>
              </a:ext>
            </a:extLst>
          </p:cNvPr>
          <p:cNvSpPr/>
          <p:nvPr/>
        </p:nvSpPr>
        <p:spPr>
          <a:xfrm>
            <a:off x="399212" y="8420238"/>
            <a:ext cx="1441144" cy="37913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762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SQL/TDS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2A552-E57F-678E-A5E6-1B2FC0BCDEE7}"/>
              </a:ext>
            </a:extLst>
          </p:cNvPr>
          <p:cNvGrpSpPr/>
          <p:nvPr/>
        </p:nvGrpSpPr>
        <p:grpSpPr>
          <a:xfrm>
            <a:off x="-1095670" y="8062130"/>
            <a:ext cx="1098406" cy="1080000"/>
            <a:chOff x="-917870" y="8074830"/>
            <a:chExt cx="1098406" cy="1080000"/>
          </a:xfrm>
        </p:grpSpPr>
        <p:pic>
          <p:nvPicPr>
            <p:cNvPr id="83" name="Graphic 82" descr="Database with solid fill">
              <a:extLst>
                <a:ext uri="{FF2B5EF4-FFF2-40B4-BE49-F238E27FC236}">
                  <a16:creationId xmlns:a16="http://schemas.microsoft.com/office/drawing/2014/main" id="{A4092C04-794F-ACCE-6ADD-557C282480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899464" y="8074830"/>
              <a:ext cx="1080000" cy="1080000"/>
            </a:xfrm>
            <a:prstGeom prst="rect">
              <a:avLst/>
            </a:prstGeom>
          </p:spPr>
        </p:pic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DD8F661-D149-7E16-B615-EEBB7569460C}"/>
                </a:ext>
              </a:extLst>
            </p:cNvPr>
            <p:cNvSpPr txBox="1"/>
            <p:nvPr/>
          </p:nvSpPr>
          <p:spPr>
            <a:xfrm>
              <a:off x="-917870" y="8310186"/>
              <a:ext cx="107971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SQL</a:t>
              </a:r>
            </a:p>
            <a:p>
              <a:pPr algn="ctr"/>
              <a:r>
                <a:rPr lang="en-US" b="1" dirty="0"/>
                <a:t>SERVER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F34C77A-50AD-9C07-38CB-CBEBA17938E4}"/>
              </a:ext>
            </a:extLst>
          </p:cNvPr>
          <p:cNvGrpSpPr/>
          <p:nvPr/>
        </p:nvGrpSpPr>
        <p:grpSpPr>
          <a:xfrm>
            <a:off x="6224875" y="3786454"/>
            <a:ext cx="1596833" cy="751157"/>
            <a:chOff x="6224875" y="3830991"/>
            <a:chExt cx="1596833" cy="751157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B3A20676-23DE-C1CD-917F-2047078311AA}"/>
                </a:ext>
              </a:extLst>
            </p:cNvPr>
            <p:cNvSpPr/>
            <p:nvPr/>
          </p:nvSpPr>
          <p:spPr>
            <a:xfrm>
              <a:off x="6224875" y="3830991"/>
              <a:ext cx="1596833" cy="751157"/>
            </a:xfrm>
            <a:prstGeom prst="roundRect">
              <a:avLst>
                <a:gd name="adj" fmla="val 10037"/>
              </a:avLst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Agent 3</a:t>
              </a:r>
            </a:p>
          </p:txBody>
        </p: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7F33D735-429A-FE96-BDAA-22E074FBC76A}"/>
                </a:ext>
              </a:extLst>
            </p:cNvPr>
            <p:cNvSpPr/>
            <p:nvPr/>
          </p:nvSpPr>
          <p:spPr>
            <a:xfrm>
              <a:off x="6321851" y="4234434"/>
              <a:ext cx="1406464" cy="252477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Invoicing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3833C92-E175-B1EB-9690-3395FB14BE5B}"/>
              </a:ext>
            </a:extLst>
          </p:cNvPr>
          <p:cNvGrpSpPr/>
          <p:nvPr/>
        </p:nvGrpSpPr>
        <p:grpSpPr>
          <a:xfrm>
            <a:off x="6229812" y="2877127"/>
            <a:ext cx="1596833" cy="751157"/>
            <a:chOff x="6229812" y="2977486"/>
            <a:chExt cx="1596833" cy="75115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CC48854-D477-F2FB-0976-C108A7895394}"/>
                </a:ext>
              </a:extLst>
            </p:cNvPr>
            <p:cNvSpPr/>
            <p:nvPr/>
          </p:nvSpPr>
          <p:spPr>
            <a:xfrm>
              <a:off x="6229812" y="2977486"/>
              <a:ext cx="1596833" cy="751157"/>
            </a:xfrm>
            <a:prstGeom prst="roundRect">
              <a:avLst>
                <a:gd name="adj" fmla="val 10037"/>
              </a:avLst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Agent 2</a:t>
              </a:r>
            </a:p>
          </p:txBody>
        </p: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27E3F108-0167-9876-454B-103ACB89DF2A}"/>
                </a:ext>
              </a:extLst>
            </p:cNvPr>
            <p:cNvSpPr/>
            <p:nvPr/>
          </p:nvSpPr>
          <p:spPr>
            <a:xfrm>
              <a:off x="6320059" y="3373064"/>
              <a:ext cx="1406464" cy="252477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Onboard</a:t>
              </a:r>
            </a:p>
          </p:txBody>
        </p:sp>
      </p:grp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17215B14-A70F-7FB2-A6AB-88800B7BBF21}"/>
              </a:ext>
            </a:extLst>
          </p:cNvPr>
          <p:cNvSpPr/>
          <p:nvPr/>
        </p:nvSpPr>
        <p:spPr>
          <a:xfrm rot="16200000">
            <a:off x="12632900" y="1823138"/>
            <a:ext cx="350982" cy="166255"/>
          </a:xfrm>
          <a:prstGeom prst="round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5308851C-608A-8FA9-BE83-EDAE2BC1D142}"/>
              </a:ext>
            </a:extLst>
          </p:cNvPr>
          <p:cNvSpPr/>
          <p:nvPr/>
        </p:nvSpPr>
        <p:spPr>
          <a:xfrm rot="16200000">
            <a:off x="12632900" y="2611544"/>
            <a:ext cx="350982" cy="166255"/>
          </a:xfrm>
          <a:prstGeom prst="round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EE5CDAD1-4768-84CE-63CB-A00ADCA73CD3}"/>
              </a:ext>
            </a:extLst>
          </p:cNvPr>
          <p:cNvSpPr/>
          <p:nvPr/>
        </p:nvSpPr>
        <p:spPr>
          <a:xfrm rot="16200000">
            <a:off x="12632900" y="3521363"/>
            <a:ext cx="350982" cy="166255"/>
          </a:xfrm>
          <a:prstGeom prst="round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B4B39573-1786-BB84-7428-9EDAF4240802}"/>
              </a:ext>
            </a:extLst>
          </p:cNvPr>
          <p:cNvSpPr/>
          <p:nvPr/>
        </p:nvSpPr>
        <p:spPr>
          <a:xfrm rot="16200000">
            <a:off x="12632900" y="4373732"/>
            <a:ext cx="350982" cy="166255"/>
          </a:xfrm>
          <a:prstGeom prst="round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9BAF25A3-C268-BD6A-7E2A-617A0ED3EC47}"/>
              </a:ext>
            </a:extLst>
          </p:cNvPr>
          <p:cNvSpPr/>
          <p:nvPr/>
        </p:nvSpPr>
        <p:spPr>
          <a:xfrm rot="16200000">
            <a:off x="12632900" y="5257823"/>
            <a:ext cx="350982" cy="166255"/>
          </a:xfrm>
          <a:prstGeom prst="round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8" name="Graphic 87" descr="Keyboard with solid fill">
            <a:extLst>
              <a:ext uri="{FF2B5EF4-FFF2-40B4-BE49-F238E27FC236}">
                <a16:creationId xmlns:a16="http://schemas.microsoft.com/office/drawing/2014/main" id="{A5D0F139-1947-5324-4F2F-92209E81E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-2399941" y="2910577"/>
            <a:ext cx="914400" cy="914400"/>
          </a:xfrm>
          <a:prstGeom prst="rect">
            <a:avLst/>
          </a:prstGeom>
        </p:spPr>
      </p:pic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80089307-676E-AACC-670B-1CCE79A9F9E1}"/>
              </a:ext>
            </a:extLst>
          </p:cNvPr>
          <p:cNvCxnSpPr>
            <a:cxnSpLocks/>
            <a:stCxn id="94" idx="1"/>
            <a:endCxn id="40" idx="2"/>
          </p:cNvCxnSpPr>
          <p:nvPr/>
        </p:nvCxnSpPr>
        <p:spPr>
          <a:xfrm rot="10800000">
            <a:off x="2404888" y="3647667"/>
            <a:ext cx="1159283" cy="4968515"/>
          </a:xfrm>
          <a:prstGeom prst="bentConnector3">
            <a:avLst>
              <a:gd name="adj1" fmla="val 62505"/>
            </a:avLst>
          </a:prstGeom>
          <a:ln w="57150">
            <a:solidFill>
              <a:schemeClr val="accent6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F1BA068-565D-3EE0-5BD1-172643ACB43E}"/>
              </a:ext>
            </a:extLst>
          </p:cNvPr>
          <p:cNvGrpSpPr/>
          <p:nvPr/>
        </p:nvGrpSpPr>
        <p:grpSpPr>
          <a:xfrm>
            <a:off x="3564170" y="8076181"/>
            <a:ext cx="5871930" cy="1080000"/>
            <a:chOff x="4820852" y="8072446"/>
            <a:chExt cx="6137200" cy="1080000"/>
          </a:xfrm>
        </p:grpSpPr>
        <p:pic>
          <p:nvPicPr>
            <p:cNvPr id="94" name="Graphic 93" descr="Register with solid fill">
              <a:extLst>
                <a:ext uri="{FF2B5EF4-FFF2-40B4-BE49-F238E27FC236}">
                  <a16:creationId xmlns:a16="http://schemas.microsoft.com/office/drawing/2014/main" id="{10F57B4E-AFCE-BCF7-14CA-18A01D1BCE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820852" y="8072446"/>
              <a:ext cx="1080000" cy="1080000"/>
            </a:xfrm>
            <a:prstGeom prst="rect">
              <a:avLst/>
            </a:prstGeom>
          </p:spPr>
        </p:pic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495BB7B-F18D-D3F0-493A-5EC847D5FA50}"/>
                </a:ext>
              </a:extLst>
            </p:cNvPr>
            <p:cNvSpPr txBox="1"/>
            <p:nvPr/>
          </p:nvSpPr>
          <p:spPr>
            <a:xfrm>
              <a:off x="5811421" y="8304763"/>
              <a:ext cx="5146631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/>
                <a:t>SOVRONA (SVRN7)</a:t>
              </a:r>
            </a:p>
            <a:p>
              <a:r>
                <a:rPr lang="en-US" sz="2000" b="1" dirty="0"/>
                <a:t>SHARED </a:t>
              </a:r>
              <a:r>
                <a:rPr lang="en-US" sz="2000" b="1" dirty="0">
                  <a:solidFill>
                    <a:schemeClr val="tx1"/>
                  </a:solidFill>
                </a:rPr>
                <a:t>RESERVE CURRENCY(SRC)</a:t>
              </a:r>
            </a:p>
          </p:txBody>
        </p:sp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CDBB9CA-0B8E-CC5C-2162-ABE43166F459}"/>
              </a:ext>
            </a:extLst>
          </p:cNvPr>
          <p:cNvSpPr/>
          <p:nvPr/>
        </p:nvSpPr>
        <p:spPr>
          <a:xfrm rot="16200000">
            <a:off x="1851498" y="6931722"/>
            <a:ext cx="1964998" cy="37913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762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 SVRN7 XFER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758317B-43AC-3A2E-13BC-E64FCB37E767}"/>
              </a:ext>
            </a:extLst>
          </p:cNvPr>
          <p:cNvGrpSpPr/>
          <p:nvPr/>
        </p:nvGrpSpPr>
        <p:grpSpPr>
          <a:xfrm>
            <a:off x="7694337" y="6313863"/>
            <a:ext cx="2519438" cy="2020852"/>
            <a:chOff x="7667205" y="6313863"/>
            <a:chExt cx="2519438" cy="2020852"/>
          </a:xfrm>
        </p:grpSpPr>
        <p:sp>
          <p:nvSpPr>
            <p:cNvPr id="44" name="Cylinder 43">
              <a:extLst>
                <a:ext uri="{FF2B5EF4-FFF2-40B4-BE49-F238E27FC236}">
                  <a16:creationId xmlns:a16="http://schemas.microsoft.com/office/drawing/2014/main" id="{07729853-E28B-3ACC-1D30-625B1CDEB39F}"/>
                </a:ext>
              </a:extLst>
            </p:cNvPr>
            <p:cNvSpPr/>
            <p:nvPr/>
          </p:nvSpPr>
          <p:spPr>
            <a:xfrm>
              <a:off x="8201822" y="6313863"/>
              <a:ext cx="1397865" cy="1404293"/>
            </a:xfrm>
            <a:prstGeom prst="can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/>
                <a:t>DID Doc Registry</a:t>
              </a:r>
            </a:p>
            <a:p>
              <a:pPr algn="ctr"/>
              <a:r>
                <a:rPr lang="en-US" sz="2200" b="1" dirty="0"/>
                <a:t>(LiteDB)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429321F-8E44-6B21-2806-70E4D480F072}"/>
                </a:ext>
              </a:extLst>
            </p:cNvPr>
            <p:cNvSpPr/>
            <p:nvPr/>
          </p:nvSpPr>
          <p:spPr>
            <a:xfrm>
              <a:off x="7667205" y="7833824"/>
              <a:ext cx="2519438" cy="500891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sz="2200" b="1" dirty="0">
                  <a:solidFill>
                    <a:srgbClr val="002060"/>
                  </a:solidFill>
                  <a:latin typeface="Koblenz Serial" panose="02000000000000000000" pitchFamily="50" charset="0"/>
                </a:rPr>
                <a:t>DID Doc Resolver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7DF63D7-9D4D-CC46-AD99-FAEE40A1AB63}"/>
              </a:ext>
            </a:extLst>
          </p:cNvPr>
          <p:cNvGrpSpPr/>
          <p:nvPr/>
        </p:nvGrpSpPr>
        <p:grpSpPr>
          <a:xfrm>
            <a:off x="10361709" y="6313863"/>
            <a:ext cx="2363554" cy="2017732"/>
            <a:chOff x="10227897" y="6313863"/>
            <a:chExt cx="2363554" cy="2017732"/>
          </a:xfrm>
        </p:grpSpPr>
        <p:sp>
          <p:nvSpPr>
            <p:cNvPr id="77" name="Cylinder 76">
              <a:extLst>
                <a:ext uri="{FF2B5EF4-FFF2-40B4-BE49-F238E27FC236}">
                  <a16:creationId xmlns:a16="http://schemas.microsoft.com/office/drawing/2014/main" id="{5DE99779-7F00-B038-77CA-3280CBBE31E8}"/>
                </a:ext>
              </a:extLst>
            </p:cNvPr>
            <p:cNvSpPr/>
            <p:nvPr/>
          </p:nvSpPr>
          <p:spPr>
            <a:xfrm>
              <a:off x="10721507" y="6313863"/>
              <a:ext cx="1397865" cy="1404293"/>
            </a:xfrm>
            <a:prstGeom prst="can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/>
                <a:t>VC Doc</a:t>
              </a:r>
            </a:p>
            <a:p>
              <a:pPr algn="ctr"/>
              <a:r>
                <a:rPr lang="en-US" sz="2200" b="1" dirty="0"/>
                <a:t>Registry</a:t>
              </a:r>
            </a:p>
            <a:p>
              <a:pPr algn="ctr"/>
              <a:r>
                <a:rPr lang="en-US" sz="2200" b="1" dirty="0"/>
                <a:t>(LiteDB)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528F791-0E70-D1A4-FD6D-7147375DE1FB}"/>
                </a:ext>
              </a:extLst>
            </p:cNvPr>
            <p:cNvSpPr/>
            <p:nvPr/>
          </p:nvSpPr>
          <p:spPr>
            <a:xfrm>
              <a:off x="10227897" y="7830704"/>
              <a:ext cx="2363554" cy="500891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sz="2200" b="1" dirty="0">
                  <a:solidFill>
                    <a:srgbClr val="002060"/>
                  </a:solidFill>
                  <a:latin typeface="Koblenz Serial" panose="02000000000000000000" pitchFamily="50" charset="0"/>
                </a:rPr>
                <a:t>VC Doc Resolver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401DF34D-E255-A3E1-C343-DB16DF7626AD}"/>
              </a:ext>
            </a:extLst>
          </p:cNvPr>
          <p:cNvGrpSpPr/>
          <p:nvPr/>
        </p:nvGrpSpPr>
        <p:grpSpPr>
          <a:xfrm>
            <a:off x="5647003" y="5141858"/>
            <a:ext cx="4525505" cy="0"/>
            <a:chOff x="5647003" y="4929989"/>
            <a:chExt cx="4525505" cy="0"/>
          </a:xfrm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3D40E7B-69B2-7D9C-F553-319695307C20}"/>
                </a:ext>
              </a:extLst>
            </p:cNvPr>
            <p:cNvCxnSpPr>
              <a:cxnSpLocks/>
            </p:cNvCxnSpPr>
            <p:nvPr/>
          </p:nvCxnSpPr>
          <p:spPr>
            <a:xfrm>
              <a:off x="5647003" y="4929989"/>
              <a:ext cx="2727563" cy="0"/>
            </a:xfrm>
            <a:prstGeom prst="line">
              <a:avLst/>
            </a:prstGeom>
            <a:ln w="57150">
              <a:solidFill>
                <a:schemeClr val="accent5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839F4D-63BA-69E8-4986-A688BC544541}"/>
                </a:ext>
              </a:extLst>
            </p:cNvPr>
            <p:cNvCxnSpPr>
              <a:cxnSpLocks/>
            </p:cNvCxnSpPr>
            <p:nvPr/>
          </p:nvCxnSpPr>
          <p:spPr>
            <a:xfrm>
              <a:off x="8374566" y="4929989"/>
              <a:ext cx="880946" cy="0"/>
            </a:xfrm>
            <a:prstGeom prst="line">
              <a:avLst/>
            </a:prstGeom>
            <a:ln w="57150">
              <a:solidFill>
                <a:schemeClr val="accent5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B1EA352-F8A1-C03F-99B8-A13C1AE739B5}"/>
                </a:ext>
              </a:extLst>
            </p:cNvPr>
            <p:cNvCxnSpPr>
              <a:cxnSpLocks/>
            </p:cNvCxnSpPr>
            <p:nvPr/>
          </p:nvCxnSpPr>
          <p:spPr>
            <a:xfrm>
              <a:off x="9291562" y="4929989"/>
              <a:ext cx="880946" cy="0"/>
            </a:xfrm>
            <a:prstGeom prst="line">
              <a:avLst/>
            </a:prstGeom>
            <a:ln w="57150">
              <a:solidFill>
                <a:schemeClr val="accent5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6EEDC0F-B05B-776B-AF0B-245EB713A718}"/>
              </a:ext>
            </a:extLst>
          </p:cNvPr>
          <p:cNvGrpSpPr/>
          <p:nvPr/>
        </p:nvGrpSpPr>
        <p:grpSpPr>
          <a:xfrm>
            <a:off x="6224875" y="4695781"/>
            <a:ext cx="1596833" cy="751157"/>
            <a:chOff x="6224875" y="4695781"/>
            <a:chExt cx="1596833" cy="751157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385DE272-23C6-5526-7370-EBE2A48B5258}"/>
                </a:ext>
              </a:extLst>
            </p:cNvPr>
            <p:cNvSpPr/>
            <p:nvPr/>
          </p:nvSpPr>
          <p:spPr>
            <a:xfrm>
              <a:off x="6224875" y="4695781"/>
              <a:ext cx="1596833" cy="751157"/>
            </a:xfrm>
            <a:prstGeom prst="roundRect">
              <a:avLst>
                <a:gd name="adj" fmla="val 10037"/>
              </a:avLst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Agent N</a:t>
              </a:r>
            </a:p>
          </p:txBody>
        </p:sp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50B101A8-D0D6-8395-2FF2-595F5D93C0B4}"/>
                </a:ext>
              </a:extLst>
            </p:cNvPr>
            <p:cNvSpPr/>
            <p:nvPr/>
          </p:nvSpPr>
          <p:spPr>
            <a:xfrm>
              <a:off x="6320059" y="5087715"/>
              <a:ext cx="1406464" cy="252477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Trading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6552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C7047-1FA6-5FBF-9909-25313CA6E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58D5F4DE-9FF6-B709-EE4A-321E7B0DA2DB}"/>
              </a:ext>
            </a:extLst>
          </p:cNvPr>
          <p:cNvCxnSpPr>
            <a:cxnSpLocks/>
            <a:stCxn id="90" idx="3"/>
          </p:cNvCxnSpPr>
          <p:nvPr/>
        </p:nvCxnSpPr>
        <p:spPr>
          <a:xfrm>
            <a:off x="-114011" y="3247022"/>
            <a:ext cx="930600" cy="0"/>
          </a:xfrm>
          <a:prstGeom prst="line">
            <a:avLst/>
          </a:prstGeom>
          <a:ln w="571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BC12278-6040-A8BA-8178-1C62A464420F}"/>
              </a:ext>
            </a:extLst>
          </p:cNvPr>
          <p:cNvCxnSpPr>
            <a:cxnSpLocks/>
            <a:stCxn id="91" idx="3"/>
          </p:cNvCxnSpPr>
          <p:nvPr/>
        </p:nvCxnSpPr>
        <p:spPr>
          <a:xfrm>
            <a:off x="-106574" y="4163896"/>
            <a:ext cx="905739" cy="0"/>
          </a:xfrm>
          <a:prstGeom prst="line">
            <a:avLst/>
          </a:prstGeom>
          <a:ln w="571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Arrow: Up-Down 62">
            <a:extLst>
              <a:ext uri="{FF2B5EF4-FFF2-40B4-BE49-F238E27FC236}">
                <a16:creationId xmlns:a16="http://schemas.microsoft.com/office/drawing/2014/main" id="{EAE3F242-1410-2564-F40B-E3F9AF374ACF}"/>
              </a:ext>
            </a:extLst>
          </p:cNvPr>
          <p:cNvSpPr/>
          <p:nvPr/>
        </p:nvSpPr>
        <p:spPr>
          <a:xfrm>
            <a:off x="12351471" y="769424"/>
            <a:ext cx="3477844" cy="5636571"/>
          </a:xfrm>
          <a:prstGeom prst="upDownArrow">
            <a:avLst>
              <a:gd name="adj1" fmla="val 64745"/>
              <a:gd name="adj2" fmla="val 16527"/>
            </a:avLst>
          </a:prstGeom>
          <a:solidFill>
            <a:srgbClr val="0068A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en-US" sz="2400" b="1" dirty="0"/>
              <a:t>Verifiable Trust Circles (VTC7)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02E05B-6915-1004-1932-1F4376645D65}"/>
              </a:ext>
            </a:extLst>
          </p:cNvPr>
          <p:cNvSpPr txBox="1"/>
          <p:nvPr/>
        </p:nvSpPr>
        <p:spPr>
          <a:xfrm>
            <a:off x="-2244919" y="14296"/>
            <a:ext cx="171886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Koblenz Serial" panose="02000000000000000000" pitchFamily="50" charset="0"/>
                <a:cs typeface="Cascadia Code" panose="020B0609020000020004" pitchFamily="49" charset="0"/>
              </a:rPr>
              <a:t>Web 7.0™ Decentralized System Architecture (DSA) 0.17 Epoch 0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  <a:latin typeface="Koblenz Serial" panose="02000000000000000000" pitchFamily="50" charset="0"/>
                <a:cs typeface="Cascadia Code" panose="020B0609020000020004" pitchFamily="49" charset="0"/>
              </a:rPr>
              <a:t>Secure, Trusted, DID-native, DIDComm-native Web 7.0 DIDLibOS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723CF3A-2218-8C21-5098-359991C13626}"/>
              </a:ext>
            </a:extLst>
          </p:cNvPr>
          <p:cNvSpPr/>
          <p:nvPr/>
        </p:nvSpPr>
        <p:spPr>
          <a:xfrm>
            <a:off x="11597066" y="1513718"/>
            <a:ext cx="926928" cy="4194960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Internet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51B8ED4-2C7D-3F9C-0246-7DFD9A2C60B8}"/>
              </a:ext>
            </a:extLst>
          </p:cNvPr>
          <p:cNvSpPr/>
          <p:nvPr/>
        </p:nvSpPr>
        <p:spPr>
          <a:xfrm>
            <a:off x="2604424" y="1525198"/>
            <a:ext cx="6347006" cy="4229100"/>
          </a:xfrm>
          <a:prstGeom prst="roundRect">
            <a:avLst>
              <a:gd name="adj" fmla="val 3925"/>
            </a:avLst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Citizen/Society Trusted Digital Assistant (Citizen/Society TDA)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(PS Host web7tda.exe)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582CF64-2FE5-7B9A-0D5A-21147CE08886}"/>
              </a:ext>
            </a:extLst>
          </p:cNvPr>
          <p:cNvSpPr/>
          <p:nvPr/>
        </p:nvSpPr>
        <p:spPr>
          <a:xfrm>
            <a:off x="8085949" y="2363087"/>
            <a:ext cx="698448" cy="3271951"/>
          </a:xfrm>
          <a:prstGeom prst="round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   DIDComm/HTTP Listener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1D058A-1C91-BAE5-199B-0DA2C9FF7F3A}"/>
              </a:ext>
            </a:extLst>
          </p:cNvPr>
          <p:cNvSpPr/>
          <p:nvPr/>
        </p:nvSpPr>
        <p:spPr>
          <a:xfrm>
            <a:off x="801569" y="1525198"/>
            <a:ext cx="1775667" cy="4206340"/>
          </a:xfrm>
          <a:prstGeom prst="roundRect">
            <a:avLst>
              <a:gd name="adj" fmla="val 6979"/>
            </a:avLst>
          </a:prstGeom>
          <a:gradFill flip="none" rotWithShape="1">
            <a:gsLst>
              <a:gs pos="0">
                <a:srgbClr val="0068A5">
                  <a:tint val="66000"/>
                  <a:satMod val="160000"/>
                </a:srgbClr>
              </a:gs>
              <a:gs pos="50000">
                <a:srgbClr val="0068A5">
                  <a:tint val="44500"/>
                  <a:satMod val="160000"/>
                </a:srgbClr>
              </a:gs>
              <a:gs pos="100000">
                <a:srgbClr val="0068A5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rgbClr val="0068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Loadable Object </a:t>
            </a:r>
            <a:br>
              <a:rPr lang="en-US" sz="2200" b="1" dirty="0">
                <a:solidFill>
                  <a:schemeClr val="tx1"/>
                </a:solidFill>
              </a:rPr>
            </a:br>
            <a:r>
              <a:rPr lang="en-US" sz="2200" b="1" dirty="0">
                <a:solidFill>
                  <a:schemeClr val="tx1"/>
                </a:solidFill>
              </a:rPr>
              <a:t>Brain Extensions </a:t>
            </a:r>
            <a:br>
              <a:rPr lang="en-US" sz="2200" b="1" dirty="0">
                <a:solidFill>
                  <a:schemeClr val="tx1"/>
                </a:solidFill>
              </a:rPr>
            </a:br>
            <a:r>
              <a:rPr lang="en-US" sz="2200" b="1" dirty="0">
                <a:solidFill>
                  <a:schemeClr val="tx1"/>
                </a:solidFill>
              </a:rPr>
              <a:t>(PowerShell Modules)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80CA683-7935-2E08-7026-5E68901F7090}"/>
              </a:ext>
            </a:extLst>
          </p:cNvPr>
          <p:cNvSpPr/>
          <p:nvPr/>
        </p:nvSpPr>
        <p:spPr>
          <a:xfrm>
            <a:off x="9022483" y="1523023"/>
            <a:ext cx="1340649" cy="4220538"/>
          </a:xfrm>
          <a:prstGeom prst="round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DIDComm V2</a:t>
            </a:r>
          </a:p>
          <a:p>
            <a:pPr algn="ctr"/>
            <a:r>
              <a:rPr lang="en-US" sz="2200" b="1" dirty="0">
                <a:solidFill>
                  <a:schemeClr val="tx1"/>
                </a:solidFill>
              </a:rPr>
              <a:t>(Secure Trusted Messaging)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1CA232B-54CB-8767-3AF6-CDE6295143C8}"/>
              </a:ext>
            </a:extLst>
          </p:cNvPr>
          <p:cNvGrpSpPr/>
          <p:nvPr/>
        </p:nvGrpSpPr>
        <p:grpSpPr>
          <a:xfrm rot="16200000">
            <a:off x="10113351" y="5477120"/>
            <a:ext cx="2326135" cy="919986"/>
            <a:chOff x="115310" y="5104980"/>
            <a:chExt cx="2326135" cy="919986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4BD5112-B01B-BF32-B5B2-2305C2618B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79278" y="5564973"/>
              <a:ext cx="919986" cy="0"/>
            </a:xfrm>
            <a:prstGeom prst="line">
              <a:avLst/>
            </a:prstGeom>
            <a:ln w="571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EB15467-1B7A-9563-A39E-B046780D7AF5}"/>
                </a:ext>
              </a:extLst>
            </p:cNvPr>
            <p:cNvSpPr txBox="1"/>
            <p:nvPr/>
          </p:nvSpPr>
          <p:spPr>
            <a:xfrm>
              <a:off x="115310" y="5480298"/>
              <a:ext cx="23261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Outbound Processing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692FB0B-F6E6-E1D0-C0FD-61BB0A690F58}"/>
              </a:ext>
            </a:extLst>
          </p:cNvPr>
          <p:cNvGrpSpPr/>
          <p:nvPr/>
        </p:nvGrpSpPr>
        <p:grpSpPr>
          <a:xfrm rot="16200000">
            <a:off x="10295790" y="1147763"/>
            <a:ext cx="2197740" cy="789957"/>
            <a:chOff x="4262727" y="5325490"/>
            <a:chExt cx="2197740" cy="78995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39ED2E0-6A16-B995-DC87-C6DA1A99776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867748" y="5720469"/>
              <a:ext cx="789957" cy="0"/>
            </a:xfrm>
            <a:prstGeom prst="line">
              <a:avLst/>
            </a:prstGeom>
            <a:ln w="57150">
              <a:solidFill>
                <a:schemeClr val="tx1"/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2ABC35D-45E5-7B21-4354-AE4FEB1F91D4}"/>
                </a:ext>
              </a:extLst>
            </p:cNvPr>
            <p:cNvSpPr txBox="1"/>
            <p:nvPr/>
          </p:nvSpPr>
          <p:spPr>
            <a:xfrm>
              <a:off x="4302290" y="5514918"/>
              <a:ext cx="21581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Inbound Processing</a:t>
              </a:r>
            </a:p>
          </p:txBody>
        </p: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96142AE-CBAE-A779-007D-8C42FAECC480}"/>
              </a:ext>
            </a:extLst>
          </p:cNvPr>
          <p:cNvSpPr/>
          <p:nvPr/>
        </p:nvSpPr>
        <p:spPr>
          <a:xfrm>
            <a:off x="10430599" y="1525098"/>
            <a:ext cx="743981" cy="4229098"/>
          </a:xfrm>
          <a:prstGeom prst="round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REST/HTTP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502318-89C3-4DEE-030D-5182289715B4}"/>
              </a:ext>
            </a:extLst>
          </p:cNvPr>
          <p:cNvSpPr txBox="1"/>
          <p:nvPr/>
        </p:nvSpPr>
        <p:spPr>
          <a:xfrm>
            <a:off x="-1965025" y="9091034"/>
            <a:ext cx="16908774" cy="424773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algn="ctr"/>
            <a:r>
              <a:rPr lang="en-US" sz="1600" b="0" i="0" dirty="0">
                <a:effectLst/>
              </a:rPr>
              <a:t>Copyright © </a:t>
            </a:r>
            <a:r>
              <a:rPr lang="en-US" sz="1600" dirty="0"/>
              <a:t>2026</a:t>
            </a:r>
            <a:r>
              <a:rPr lang="en-US" sz="1600" b="0" i="0" dirty="0">
                <a:effectLst/>
              </a:rPr>
              <a:t> Michael Herman (Alberta, Canada) – TDW</a:t>
            </a:r>
            <a:r>
              <a:rPr lang="en-US" sz="1600" dirty="0"/>
              <a:t>™ – </a:t>
            </a:r>
            <a:r>
              <a:rPr lang="en-US" sz="1600" b="0" i="0" dirty="0">
                <a:effectLst/>
              </a:rPr>
              <a:t>Creative Commons Attribution-ShareAlike 4.0 International Public License</a:t>
            </a:r>
            <a:endParaRPr lang="en-US" sz="16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AE479AE-D1AD-2869-ED03-23E7998BBDD1}"/>
              </a:ext>
            </a:extLst>
          </p:cNvPr>
          <p:cNvSpPr/>
          <p:nvPr/>
        </p:nvSpPr>
        <p:spPr>
          <a:xfrm>
            <a:off x="2746930" y="2363087"/>
            <a:ext cx="5216255" cy="3271951"/>
          </a:xfrm>
          <a:prstGeom prst="roundRect">
            <a:avLst>
              <a:gd name="adj" fmla="val 10037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PowerShell Runspace Pool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58C3924-A7E7-8D0F-85A9-535149D98CF7}"/>
              </a:ext>
            </a:extLst>
          </p:cNvPr>
          <p:cNvSpPr/>
          <p:nvPr/>
        </p:nvSpPr>
        <p:spPr>
          <a:xfrm>
            <a:off x="2876077" y="2870163"/>
            <a:ext cx="3228018" cy="2576775"/>
          </a:xfrm>
          <a:prstGeom prst="roundRect">
            <a:avLst>
              <a:gd name="adj" fmla="val 10037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Agent 1 Runspace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00C61D3-5FFE-6913-4B54-96AD707C5A45}"/>
              </a:ext>
            </a:extLst>
          </p:cNvPr>
          <p:cNvSpPr/>
          <p:nvPr/>
        </p:nvSpPr>
        <p:spPr>
          <a:xfrm>
            <a:off x="2997465" y="4435662"/>
            <a:ext cx="2960444" cy="884157"/>
          </a:xfrm>
          <a:prstGeom prst="round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DIDComm Message Switchboard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(Inbound/Outbound)</a:t>
            </a: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E4FA3532-155E-39AE-4FFE-D3CF25C08387}"/>
              </a:ext>
            </a:extLst>
          </p:cNvPr>
          <p:cNvGrpSpPr/>
          <p:nvPr/>
        </p:nvGrpSpPr>
        <p:grpSpPr>
          <a:xfrm>
            <a:off x="-1305816" y="1359998"/>
            <a:ext cx="1368000" cy="1368000"/>
            <a:chOff x="-1305816" y="1461598"/>
            <a:chExt cx="1368000" cy="1368000"/>
          </a:xfrm>
        </p:grpSpPr>
        <p:pic>
          <p:nvPicPr>
            <p:cNvPr id="4" name="Graphic 3" descr="Smart Phone with solid fill">
              <a:extLst>
                <a:ext uri="{FF2B5EF4-FFF2-40B4-BE49-F238E27FC236}">
                  <a16:creationId xmlns:a16="http://schemas.microsoft.com/office/drawing/2014/main" id="{CB7D546A-7F6E-CCBD-FEDC-574FAB1B75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305816" y="1461598"/>
              <a:ext cx="1368000" cy="136800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55CA665-2DFB-BE11-C0FD-49A2B9E9352A}"/>
                </a:ext>
              </a:extLst>
            </p:cNvPr>
            <p:cNvSpPr txBox="1"/>
            <p:nvPr/>
          </p:nvSpPr>
          <p:spPr>
            <a:xfrm>
              <a:off x="-957720" y="1710882"/>
              <a:ext cx="677108" cy="848950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pPr algn="ctr"/>
              <a:r>
                <a:rPr lang="en-US" sz="1600" b="1" dirty="0"/>
                <a:t>UX/GR/</a:t>
              </a:r>
            </a:p>
            <a:p>
              <a:pPr algn="ctr"/>
              <a:r>
                <a:rPr lang="en-US" sz="1600" b="1" dirty="0"/>
                <a:t>HTML</a:t>
              </a:r>
            </a:p>
          </p:txBody>
        </p:sp>
      </p:grpSp>
      <p:sp>
        <p:nvSpPr>
          <p:cNvPr id="41" name="Oval 40">
            <a:extLst>
              <a:ext uri="{FF2B5EF4-FFF2-40B4-BE49-F238E27FC236}">
                <a16:creationId xmlns:a16="http://schemas.microsoft.com/office/drawing/2014/main" id="{94492540-99DA-5F09-28BA-C964B3165C73}"/>
              </a:ext>
            </a:extLst>
          </p:cNvPr>
          <p:cNvSpPr/>
          <p:nvPr/>
        </p:nvSpPr>
        <p:spPr>
          <a:xfrm>
            <a:off x="-834690" y="5177263"/>
            <a:ext cx="468000" cy="468000"/>
          </a:xfrm>
          <a:prstGeom prst="ellipse">
            <a:avLst/>
          </a:prstGeom>
          <a:solidFill>
            <a:srgbClr val="E9E7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E602BEE6-96CC-86F1-0F35-2FB9D64142F0}"/>
              </a:ext>
            </a:extLst>
          </p:cNvPr>
          <p:cNvGrpSpPr/>
          <p:nvPr/>
        </p:nvGrpSpPr>
        <p:grpSpPr>
          <a:xfrm>
            <a:off x="-1161816" y="4777063"/>
            <a:ext cx="1080000" cy="1080000"/>
            <a:chOff x="-1161816" y="4853263"/>
            <a:chExt cx="1080000" cy="1080000"/>
          </a:xfrm>
        </p:grpSpPr>
        <p:pic>
          <p:nvPicPr>
            <p:cNvPr id="35" name="Graphic 34" descr="Watch with solid fill">
              <a:extLst>
                <a:ext uri="{FF2B5EF4-FFF2-40B4-BE49-F238E27FC236}">
                  <a16:creationId xmlns:a16="http://schemas.microsoft.com/office/drawing/2014/main" id="{7159347B-C520-9A46-2E05-0D21C637B6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1161816" y="4853263"/>
              <a:ext cx="1080000" cy="10800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CA282C4-EF1A-9EC3-A82B-FA43F0C0B315}"/>
                </a:ext>
              </a:extLst>
            </p:cNvPr>
            <p:cNvSpPr txBox="1"/>
            <p:nvPr/>
          </p:nvSpPr>
          <p:spPr>
            <a:xfrm>
              <a:off x="-886273" y="5197938"/>
              <a:ext cx="5629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UX</a:t>
              </a: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7CA4FB2-6AC4-7877-A773-4C9CFBAA305C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-280612" y="2033757"/>
            <a:ext cx="2221850" cy="0"/>
          </a:xfrm>
          <a:prstGeom prst="line">
            <a:avLst/>
          </a:prstGeom>
          <a:ln w="571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A1CFFBD-EFDD-D239-D794-AFB3C91209E2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-323298" y="5306404"/>
            <a:ext cx="1122463" cy="0"/>
          </a:xfrm>
          <a:prstGeom prst="line">
            <a:avLst/>
          </a:prstGeom>
          <a:ln w="571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0E91694-AF1C-C537-9FCA-1CC400B280B8}"/>
              </a:ext>
            </a:extLst>
          </p:cNvPr>
          <p:cNvSpPr/>
          <p:nvPr/>
        </p:nvSpPr>
        <p:spPr>
          <a:xfrm>
            <a:off x="149776" y="1885832"/>
            <a:ext cx="409821" cy="3822846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Internet/LAN/P2P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1AC534A-FFDB-714F-C483-4978001A8C71}"/>
              </a:ext>
            </a:extLst>
          </p:cNvPr>
          <p:cNvGrpSpPr/>
          <p:nvPr/>
        </p:nvGrpSpPr>
        <p:grpSpPr>
          <a:xfrm>
            <a:off x="13264604" y="1491430"/>
            <a:ext cx="1365873" cy="4199753"/>
            <a:chOff x="12829716" y="1234962"/>
            <a:chExt cx="1365873" cy="4199753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6B737756-4E13-EF48-6F4E-6A5BBC2486EA}"/>
                </a:ext>
              </a:extLst>
            </p:cNvPr>
            <p:cNvSpPr/>
            <p:nvPr/>
          </p:nvSpPr>
          <p:spPr>
            <a:xfrm>
              <a:off x="12829716" y="1234962"/>
              <a:ext cx="1365873" cy="717668"/>
            </a:xfrm>
            <a:prstGeom prst="roundRect">
              <a:avLst>
                <a:gd name="adj" fmla="val 3925"/>
              </a:avLst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Citizen</a:t>
              </a:r>
            </a:p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TDA</a:t>
              </a: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6E675A8F-49DB-4760-C008-13D4631D761C}"/>
                </a:ext>
              </a:extLst>
            </p:cNvPr>
            <p:cNvSpPr/>
            <p:nvPr/>
          </p:nvSpPr>
          <p:spPr>
            <a:xfrm>
              <a:off x="12829717" y="2106619"/>
              <a:ext cx="1365872" cy="716532"/>
            </a:xfrm>
            <a:prstGeom prst="roundRect">
              <a:avLst>
                <a:gd name="adj" fmla="val 3925"/>
              </a:avLst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Citizen</a:t>
              </a:r>
            </a:p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TDA</a:t>
              </a: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A5B93444-2B90-3CCF-3493-B0A1226FC69F}"/>
                </a:ext>
              </a:extLst>
            </p:cNvPr>
            <p:cNvSpPr/>
            <p:nvPr/>
          </p:nvSpPr>
          <p:spPr>
            <a:xfrm>
              <a:off x="12829717" y="2977140"/>
              <a:ext cx="1365872" cy="716532"/>
            </a:xfrm>
            <a:prstGeom prst="roundRect">
              <a:avLst>
                <a:gd name="adj" fmla="val 3925"/>
              </a:avLst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30AEF70A-A664-3712-0EE3-5F73BC262DE7}"/>
                </a:ext>
              </a:extLst>
            </p:cNvPr>
            <p:cNvSpPr/>
            <p:nvPr/>
          </p:nvSpPr>
          <p:spPr>
            <a:xfrm>
              <a:off x="12829717" y="4718183"/>
              <a:ext cx="1365872" cy="716532"/>
            </a:xfrm>
            <a:prstGeom prst="roundRect">
              <a:avLst>
                <a:gd name="adj" fmla="val 3925"/>
              </a:avLst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Citizen</a:t>
              </a:r>
            </a:p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TDA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FF9541DF-0A3D-E970-D9C0-37AE16FD8782}"/>
                </a:ext>
              </a:extLst>
            </p:cNvPr>
            <p:cNvSpPr/>
            <p:nvPr/>
          </p:nvSpPr>
          <p:spPr>
            <a:xfrm>
              <a:off x="12829717" y="3847661"/>
              <a:ext cx="1365872" cy="716532"/>
            </a:xfrm>
            <a:prstGeom prst="roundRect">
              <a:avLst>
                <a:gd name="adj" fmla="val 3925"/>
              </a:avLst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Citizen</a:t>
              </a:r>
            </a:p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TDA</a:t>
              </a:r>
            </a:p>
          </p:txBody>
        </p: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5C615AB-6D75-E686-B02A-F6BD3F8E52ED}"/>
              </a:ext>
            </a:extLst>
          </p:cNvPr>
          <p:cNvCxnSpPr>
            <a:cxnSpLocks/>
          </p:cNvCxnSpPr>
          <p:nvPr/>
        </p:nvCxnSpPr>
        <p:spPr>
          <a:xfrm flipV="1">
            <a:off x="12521590" y="3591874"/>
            <a:ext cx="740611" cy="19324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13F4592-5337-E9C2-4205-72A173ECF61A}"/>
              </a:ext>
            </a:extLst>
          </p:cNvPr>
          <p:cNvCxnSpPr>
            <a:cxnSpLocks/>
          </p:cNvCxnSpPr>
          <p:nvPr/>
        </p:nvCxnSpPr>
        <p:spPr>
          <a:xfrm flipV="1">
            <a:off x="12521590" y="2687949"/>
            <a:ext cx="740611" cy="19324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B320165-6FF9-D03B-9B95-6D4734CC29DF}"/>
              </a:ext>
            </a:extLst>
          </p:cNvPr>
          <p:cNvCxnSpPr>
            <a:cxnSpLocks/>
          </p:cNvCxnSpPr>
          <p:nvPr/>
        </p:nvCxnSpPr>
        <p:spPr>
          <a:xfrm flipV="1">
            <a:off x="12521590" y="5353272"/>
            <a:ext cx="740611" cy="19324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79C7E3D-121C-66FB-F995-7C94EE565C8B}"/>
              </a:ext>
            </a:extLst>
          </p:cNvPr>
          <p:cNvCxnSpPr>
            <a:cxnSpLocks/>
          </p:cNvCxnSpPr>
          <p:nvPr/>
        </p:nvCxnSpPr>
        <p:spPr>
          <a:xfrm flipV="1">
            <a:off x="12521590" y="4435662"/>
            <a:ext cx="740611" cy="19324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E0962DA-FB46-8447-B479-B2C350969946}"/>
              </a:ext>
            </a:extLst>
          </p:cNvPr>
          <p:cNvCxnSpPr>
            <a:cxnSpLocks/>
          </p:cNvCxnSpPr>
          <p:nvPr/>
        </p:nvCxnSpPr>
        <p:spPr>
          <a:xfrm flipV="1">
            <a:off x="12521590" y="1885832"/>
            <a:ext cx="740611" cy="19324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9E6065B-B5B7-199E-2461-30C91C6202E5}"/>
              </a:ext>
            </a:extLst>
          </p:cNvPr>
          <p:cNvGrpSpPr/>
          <p:nvPr/>
        </p:nvGrpSpPr>
        <p:grpSpPr>
          <a:xfrm>
            <a:off x="2997465" y="3336927"/>
            <a:ext cx="2973244" cy="983559"/>
            <a:chOff x="2997465" y="3459588"/>
            <a:chExt cx="2973244" cy="983559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44583616-E187-81E1-AACB-84884192F156}"/>
                </a:ext>
              </a:extLst>
            </p:cNvPr>
            <p:cNvSpPr/>
            <p:nvPr/>
          </p:nvSpPr>
          <p:spPr>
            <a:xfrm>
              <a:off x="2997465" y="3459588"/>
              <a:ext cx="1203132" cy="425025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Email</a:t>
              </a: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B4651937-E986-B309-5C66-C667A576726C}"/>
                </a:ext>
              </a:extLst>
            </p:cNvPr>
            <p:cNvSpPr/>
            <p:nvPr/>
          </p:nvSpPr>
          <p:spPr>
            <a:xfrm>
              <a:off x="4342074" y="3466144"/>
              <a:ext cx="1628635" cy="418469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Calendar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FA5DF1EE-8A1E-6ED4-8D4F-03F79E932A83}"/>
                </a:ext>
              </a:extLst>
            </p:cNvPr>
            <p:cNvSpPr/>
            <p:nvPr/>
          </p:nvSpPr>
          <p:spPr>
            <a:xfrm>
              <a:off x="2997465" y="4011567"/>
              <a:ext cx="1203132" cy="425025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Presence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2946D2D7-A256-B73A-CB12-A3A1FAEE3F9F}"/>
                </a:ext>
              </a:extLst>
            </p:cNvPr>
            <p:cNvSpPr/>
            <p:nvPr/>
          </p:nvSpPr>
          <p:spPr>
            <a:xfrm>
              <a:off x="4342074" y="4018122"/>
              <a:ext cx="1628635" cy="425025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Notifications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AAF924B5-E7FD-52A5-4FB5-140A44BD2681}"/>
              </a:ext>
            </a:extLst>
          </p:cNvPr>
          <p:cNvGrpSpPr/>
          <p:nvPr/>
        </p:nvGrpSpPr>
        <p:grpSpPr>
          <a:xfrm>
            <a:off x="-1305816" y="2563218"/>
            <a:ext cx="1368000" cy="1368000"/>
            <a:chOff x="-1305816" y="2563218"/>
            <a:chExt cx="1368000" cy="1368000"/>
          </a:xfrm>
        </p:grpSpPr>
        <p:pic>
          <p:nvPicPr>
            <p:cNvPr id="19" name="Graphic 18" descr="Tablet with solid fill">
              <a:extLst>
                <a:ext uri="{FF2B5EF4-FFF2-40B4-BE49-F238E27FC236}">
                  <a16:creationId xmlns:a16="http://schemas.microsoft.com/office/drawing/2014/main" id="{87D8A9C4-6072-2BF5-C256-A46D377CD0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1305816" y="2563218"/>
              <a:ext cx="1368000" cy="1368000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4F1E16D-7383-337F-1641-6A614E69B51E}"/>
                </a:ext>
              </a:extLst>
            </p:cNvPr>
            <p:cNvSpPr txBox="1"/>
            <p:nvPr/>
          </p:nvSpPr>
          <p:spPr>
            <a:xfrm>
              <a:off x="-1132719" y="2954634"/>
              <a:ext cx="10187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UX/GR/</a:t>
              </a:r>
            </a:p>
            <a:p>
              <a:pPr algn="ctr"/>
              <a:r>
                <a:rPr lang="en-US" sz="1600" b="1" dirty="0"/>
                <a:t>HTML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38D202C7-D04C-CEBF-18F4-E9A466A6EDC5}"/>
              </a:ext>
            </a:extLst>
          </p:cNvPr>
          <p:cNvGrpSpPr/>
          <p:nvPr/>
        </p:nvGrpSpPr>
        <p:grpSpPr>
          <a:xfrm>
            <a:off x="-1305816" y="3562041"/>
            <a:ext cx="1368000" cy="1368000"/>
            <a:chOff x="-1305816" y="3625541"/>
            <a:chExt cx="1368000" cy="1368000"/>
          </a:xfrm>
        </p:grpSpPr>
        <p:pic>
          <p:nvPicPr>
            <p:cNvPr id="31" name="Graphic 30" descr="Laptop with solid fill">
              <a:extLst>
                <a:ext uri="{FF2B5EF4-FFF2-40B4-BE49-F238E27FC236}">
                  <a16:creationId xmlns:a16="http://schemas.microsoft.com/office/drawing/2014/main" id="{B33A60CC-74B5-A956-E553-A7A7AE2894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1305816" y="3625541"/>
              <a:ext cx="1368000" cy="1368000"/>
            </a:xfrm>
            <a:prstGeom prst="rect">
              <a:avLst/>
            </a:prstGeom>
          </p:spPr>
        </p:pic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266ACBE-6774-141C-CAC4-F75B56AD5A21}"/>
                </a:ext>
              </a:extLst>
            </p:cNvPr>
            <p:cNvSpPr txBox="1"/>
            <p:nvPr/>
          </p:nvSpPr>
          <p:spPr>
            <a:xfrm>
              <a:off x="-1125282" y="3935008"/>
              <a:ext cx="10187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UX/GR/</a:t>
              </a:r>
            </a:p>
            <a:p>
              <a:pPr algn="ctr"/>
              <a:r>
                <a:rPr lang="en-US" sz="1600" b="1" dirty="0"/>
                <a:t>HTML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423DB20-B221-5915-31D0-023743D70A09}"/>
              </a:ext>
            </a:extLst>
          </p:cNvPr>
          <p:cNvGrpSpPr/>
          <p:nvPr/>
        </p:nvGrpSpPr>
        <p:grpSpPr>
          <a:xfrm>
            <a:off x="1979862" y="1706196"/>
            <a:ext cx="425026" cy="3882938"/>
            <a:chOff x="1979862" y="1628139"/>
            <a:chExt cx="425026" cy="3882938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084C75C-C955-E076-B2EF-FD6566AA4A88}"/>
                </a:ext>
              </a:extLst>
            </p:cNvPr>
            <p:cNvSpPr/>
            <p:nvPr/>
          </p:nvSpPr>
          <p:spPr>
            <a:xfrm rot="16200000">
              <a:off x="1291034" y="4397224"/>
              <a:ext cx="1802681" cy="425025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SVRN7 LOBE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6F88526E-5EC7-6B36-290C-6B3A3C4A4ED5}"/>
                </a:ext>
              </a:extLst>
            </p:cNvPr>
            <p:cNvSpPr/>
            <p:nvPr/>
          </p:nvSpPr>
          <p:spPr>
            <a:xfrm rot="16200000">
              <a:off x="1963013" y="3133777"/>
              <a:ext cx="458725" cy="425025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B7CAB7A1-FA83-DDAA-3D8F-744B44FE15B2}"/>
                </a:ext>
              </a:extLst>
            </p:cNvPr>
            <p:cNvSpPr/>
            <p:nvPr/>
          </p:nvSpPr>
          <p:spPr>
            <a:xfrm rot="16200000">
              <a:off x="1511006" y="2096995"/>
              <a:ext cx="1362738" cy="425025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UX LOBE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3E44316-5A0F-D342-9A2B-46263C8E1196}"/>
              </a:ext>
            </a:extLst>
          </p:cNvPr>
          <p:cNvGrpSpPr/>
          <p:nvPr/>
        </p:nvGrpSpPr>
        <p:grpSpPr>
          <a:xfrm>
            <a:off x="6224875" y="3786454"/>
            <a:ext cx="1596833" cy="751157"/>
            <a:chOff x="6224875" y="3830991"/>
            <a:chExt cx="1596833" cy="751157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AC6CC81-8866-0081-2A9F-047A3620BC7F}"/>
                </a:ext>
              </a:extLst>
            </p:cNvPr>
            <p:cNvSpPr/>
            <p:nvPr/>
          </p:nvSpPr>
          <p:spPr>
            <a:xfrm>
              <a:off x="6224875" y="3830991"/>
              <a:ext cx="1596833" cy="751157"/>
            </a:xfrm>
            <a:prstGeom prst="roundRect">
              <a:avLst>
                <a:gd name="adj" fmla="val 10037"/>
              </a:avLst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Agent 3</a:t>
              </a:r>
            </a:p>
          </p:txBody>
        </p: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53D32210-0A32-690A-BE04-19AEEDE03DF1}"/>
                </a:ext>
              </a:extLst>
            </p:cNvPr>
            <p:cNvSpPr/>
            <p:nvPr/>
          </p:nvSpPr>
          <p:spPr>
            <a:xfrm>
              <a:off x="6321851" y="4234434"/>
              <a:ext cx="1406464" cy="252477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Invoicing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3FD412B-9C38-D035-8B20-F0EC030301D4}"/>
              </a:ext>
            </a:extLst>
          </p:cNvPr>
          <p:cNvGrpSpPr/>
          <p:nvPr/>
        </p:nvGrpSpPr>
        <p:grpSpPr>
          <a:xfrm>
            <a:off x="6229812" y="2877127"/>
            <a:ext cx="1596833" cy="751157"/>
            <a:chOff x="6229812" y="2977486"/>
            <a:chExt cx="1596833" cy="75115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5AC4F31-D9AA-3ED4-C2AC-63D9F7245CF9}"/>
                </a:ext>
              </a:extLst>
            </p:cNvPr>
            <p:cNvSpPr/>
            <p:nvPr/>
          </p:nvSpPr>
          <p:spPr>
            <a:xfrm>
              <a:off x="6229812" y="2977486"/>
              <a:ext cx="1596833" cy="751157"/>
            </a:xfrm>
            <a:prstGeom prst="roundRect">
              <a:avLst>
                <a:gd name="adj" fmla="val 10037"/>
              </a:avLst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Agent 2</a:t>
              </a:r>
            </a:p>
          </p:txBody>
        </p: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A9C786AC-F966-47AB-1F6B-AA2700805E69}"/>
                </a:ext>
              </a:extLst>
            </p:cNvPr>
            <p:cNvSpPr/>
            <p:nvPr/>
          </p:nvSpPr>
          <p:spPr>
            <a:xfrm>
              <a:off x="6320059" y="3373064"/>
              <a:ext cx="1406464" cy="252477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Onboard</a:t>
              </a:r>
            </a:p>
          </p:txBody>
        </p:sp>
      </p:grp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942F9A94-C1B9-3088-54E4-112E2F2CEAEC}"/>
              </a:ext>
            </a:extLst>
          </p:cNvPr>
          <p:cNvSpPr/>
          <p:nvPr/>
        </p:nvSpPr>
        <p:spPr>
          <a:xfrm rot="16200000">
            <a:off x="12671000" y="1823138"/>
            <a:ext cx="350982" cy="166255"/>
          </a:xfrm>
          <a:prstGeom prst="round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247C0809-709A-588A-6A9E-5E825C37427B}"/>
              </a:ext>
            </a:extLst>
          </p:cNvPr>
          <p:cNvSpPr/>
          <p:nvPr/>
        </p:nvSpPr>
        <p:spPr>
          <a:xfrm rot="16200000">
            <a:off x="12671000" y="2611544"/>
            <a:ext cx="350982" cy="166255"/>
          </a:xfrm>
          <a:prstGeom prst="round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61E0C37A-EF91-F688-B57E-5704ADA536EE}"/>
              </a:ext>
            </a:extLst>
          </p:cNvPr>
          <p:cNvSpPr/>
          <p:nvPr/>
        </p:nvSpPr>
        <p:spPr>
          <a:xfrm rot="16200000">
            <a:off x="12671000" y="3521363"/>
            <a:ext cx="350982" cy="166255"/>
          </a:xfrm>
          <a:prstGeom prst="round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D95B9F52-B192-5AB9-2551-10B772BE9DB1}"/>
              </a:ext>
            </a:extLst>
          </p:cNvPr>
          <p:cNvSpPr/>
          <p:nvPr/>
        </p:nvSpPr>
        <p:spPr>
          <a:xfrm rot="16200000">
            <a:off x="12671000" y="4373732"/>
            <a:ext cx="350982" cy="166255"/>
          </a:xfrm>
          <a:prstGeom prst="round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057E7BF5-13B7-363E-003A-743626AD848C}"/>
              </a:ext>
            </a:extLst>
          </p:cNvPr>
          <p:cNvSpPr/>
          <p:nvPr/>
        </p:nvSpPr>
        <p:spPr>
          <a:xfrm rot="16200000">
            <a:off x="12671000" y="5295923"/>
            <a:ext cx="350982" cy="166255"/>
          </a:xfrm>
          <a:prstGeom prst="round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7726C94B-F9FF-A3C1-35CD-ADAE83B5F955}"/>
              </a:ext>
            </a:extLst>
          </p:cNvPr>
          <p:cNvGrpSpPr/>
          <p:nvPr/>
        </p:nvGrpSpPr>
        <p:grpSpPr>
          <a:xfrm>
            <a:off x="-2463441" y="1436197"/>
            <a:ext cx="1194367" cy="4621701"/>
            <a:chOff x="-2463441" y="1436197"/>
            <a:chExt cx="1194367" cy="462170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8B39B8B-B41F-2FEC-29C0-F917913DE921}"/>
                </a:ext>
              </a:extLst>
            </p:cNvPr>
            <p:cNvSpPr txBox="1"/>
            <p:nvPr/>
          </p:nvSpPr>
          <p:spPr>
            <a:xfrm rot="16200000">
              <a:off x="-3849229" y="3477743"/>
              <a:ext cx="4621701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Command Li</a:t>
              </a:r>
              <a:r>
                <a:rPr lang="en-US" b="1" dirty="0">
                  <a:solidFill>
                    <a:schemeClr val="tx1"/>
                  </a:solidFill>
                </a:rPr>
                <a:t>ne/Touch Interfaces (CLTIs)</a:t>
              </a:r>
            </a:p>
            <a:p>
              <a:pPr algn="ctr"/>
              <a:r>
                <a:rPr lang="en-US" sz="1100" b="1" dirty="0"/>
                <a:t>(Windows, Linux Android, iOS, </a:t>
              </a:r>
              <a:r>
                <a:rPr lang="en-US" sz="1100" b="1" dirty="0" err="1"/>
                <a:t>FireOS</a:t>
              </a:r>
              <a:r>
                <a:rPr lang="en-US" sz="1100" b="1" dirty="0"/>
                <a:t>)</a:t>
              </a:r>
              <a:endParaRPr lang="en-US" sz="1100" b="1" dirty="0">
                <a:solidFill>
                  <a:schemeClr val="tx1"/>
                </a:solidFill>
              </a:endParaRPr>
            </a:p>
          </p:txBody>
        </p:sp>
        <p:pic>
          <p:nvPicPr>
            <p:cNvPr id="88" name="Graphic 87" descr="Keyboard with solid fill">
              <a:extLst>
                <a:ext uri="{FF2B5EF4-FFF2-40B4-BE49-F238E27FC236}">
                  <a16:creationId xmlns:a16="http://schemas.microsoft.com/office/drawing/2014/main" id="{3EBC61F5-DF07-5351-0280-7717B1DFA9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6200000">
              <a:off x="-2463441" y="3278877"/>
              <a:ext cx="914400" cy="914400"/>
            </a:xfrm>
            <a:prstGeom prst="rect">
              <a:avLst/>
            </a:prstGeom>
          </p:spPr>
        </p:pic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B316A3D9-3294-9DCC-69B5-A18210BF33C7}"/>
              </a:ext>
            </a:extLst>
          </p:cNvPr>
          <p:cNvSpPr txBox="1"/>
          <p:nvPr/>
        </p:nvSpPr>
        <p:spPr>
          <a:xfrm>
            <a:off x="2192375" y="8560295"/>
            <a:ext cx="11755166" cy="402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SOVRONA (SVRN7) SHARED </a:t>
            </a:r>
            <a:r>
              <a:rPr lang="en-US" sz="2000" b="1" dirty="0">
                <a:solidFill>
                  <a:schemeClr val="tx1"/>
                </a:solidFill>
              </a:rPr>
              <a:t>RESERVE CURRENCY(SRC)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3EBFA6B-DCBC-97B1-05E2-FA3E88259853}"/>
              </a:ext>
            </a:extLst>
          </p:cNvPr>
          <p:cNvGrpSpPr/>
          <p:nvPr/>
        </p:nvGrpSpPr>
        <p:grpSpPr>
          <a:xfrm>
            <a:off x="11065412" y="6313863"/>
            <a:ext cx="2599787" cy="2020852"/>
            <a:chOff x="7603704" y="6313863"/>
            <a:chExt cx="2599787" cy="2020852"/>
          </a:xfrm>
        </p:grpSpPr>
        <p:sp>
          <p:nvSpPr>
            <p:cNvPr id="44" name="Cylinder 43">
              <a:extLst>
                <a:ext uri="{FF2B5EF4-FFF2-40B4-BE49-F238E27FC236}">
                  <a16:creationId xmlns:a16="http://schemas.microsoft.com/office/drawing/2014/main" id="{DC979836-D201-5554-9BED-31374480F3DD}"/>
                </a:ext>
              </a:extLst>
            </p:cNvPr>
            <p:cNvSpPr/>
            <p:nvPr/>
          </p:nvSpPr>
          <p:spPr>
            <a:xfrm>
              <a:off x="8201822" y="6313863"/>
              <a:ext cx="1397865" cy="1404293"/>
            </a:xfrm>
            <a:prstGeom prst="can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/>
                <a:t>DID Doc Registry</a:t>
              </a:r>
            </a:p>
            <a:p>
              <a:pPr algn="ctr"/>
              <a:r>
                <a:rPr lang="en-US" sz="2200" b="1" dirty="0"/>
                <a:t>(LiteDB)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413B93A-E75D-BA6B-40C7-0AC0091A0EF1}"/>
                </a:ext>
              </a:extLst>
            </p:cNvPr>
            <p:cNvSpPr/>
            <p:nvPr/>
          </p:nvSpPr>
          <p:spPr>
            <a:xfrm>
              <a:off x="7603704" y="7833824"/>
              <a:ext cx="2599787" cy="500891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sz="2200" b="1" dirty="0">
                  <a:solidFill>
                    <a:srgbClr val="002060"/>
                  </a:solidFill>
                </a:rPr>
                <a:t>DID Doc Resolver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C18AB8F-6BD6-615C-1D9A-254318EE603C}"/>
              </a:ext>
            </a:extLst>
          </p:cNvPr>
          <p:cNvGrpSpPr/>
          <p:nvPr/>
        </p:nvGrpSpPr>
        <p:grpSpPr>
          <a:xfrm>
            <a:off x="8374566" y="6325014"/>
            <a:ext cx="2477293" cy="2017732"/>
            <a:chOff x="10114158" y="6313863"/>
            <a:chExt cx="2477293" cy="2017732"/>
          </a:xfrm>
        </p:grpSpPr>
        <p:sp>
          <p:nvSpPr>
            <p:cNvPr id="77" name="Cylinder 76">
              <a:extLst>
                <a:ext uri="{FF2B5EF4-FFF2-40B4-BE49-F238E27FC236}">
                  <a16:creationId xmlns:a16="http://schemas.microsoft.com/office/drawing/2014/main" id="{EC924625-5323-C478-6582-4CB60EBEF4C9}"/>
                </a:ext>
              </a:extLst>
            </p:cNvPr>
            <p:cNvSpPr/>
            <p:nvPr/>
          </p:nvSpPr>
          <p:spPr>
            <a:xfrm>
              <a:off x="10645307" y="6313863"/>
              <a:ext cx="1397865" cy="1404293"/>
            </a:xfrm>
            <a:prstGeom prst="can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/>
                <a:t>VC Doc</a:t>
              </a:r>
            </a:p>
            <a:p>
              <a:pPr algn="ctr"/>
              <a:r>
                <a:rPr lang="en-US" sz="2200" b="1" dirty="0"/>
                <a:t>Registry</a:t>
              </a:r>
            </a:p>
            <a:p>
              <a:pPr algn="ctr"/>
              <a:r>
                <a:rPr lang="en-US" sz="2200" b="1" dirty="0"/>
                <a:t>(LiteDB)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50EEDE7-41C2-2D63-72A4-AB72ADDBBA01}"/>
                </a:ext>
              </a:extLst>
            </p:cNvPr>
            <p:cNvSpPr/>
            <p:nvPr/>
          </p:nvSpPr>
          <p:spPr>
            <a:xfrm>
              <a:off x="10114158" y="7830704"/>
              <a:ext cx="2477293" cy="500891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sz="2200" b="1" dirty="0">
                  <a:solidFill>
                    <a:srgbClr val="002060"/>
                  </a:solidFill>
                </a:rPr>
                <a:t>VC Doc Resolver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6555A4D5-78AD-310D-97AF-67E315431FFD}"/>
              </a:ext>
            </a:extLst>
          </p:cNvPr>
          <p:cNvGrpSpPr/>
          <p:nvPr/>
        </p:nvGrpSpPr>
        <p:grpSpPr>
          <a:xfrm>
            <a:off x="5647003" y="5141858"/>
            <a:ext cx="3608509" cy="0"/>
            <a:chOff x="5647003" y="4929989"/>
            <a:chExt cx="3608509" cy="0"/>
          </a:xfrm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1B29847-ED5B-5FCC-F8F0-A7A2D518C86A}"/>
                </a:ext>
              </a:extLst>
            </p:cNvPr>
            <p:cNvCxnSpPr>
              <a:cxnSpLocks/>
            </p:cNvCxnSpPr>
            <p:nvPr/>
          </p:nvCxnSpPr>
          <p:spPr>
            <a:xfrm>
              <a:off x="5647003" y="4929989"/>
              <a:ext cx="2727563" cy="0"/>
            </a:xfrm>
            <a:prstGeom prst="line">
              <a:avLst/>
            </a:prstGeom>
            <a:ln w="57150">
              <a:solidFill>
                <a:schemeClr val="accent5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DD37AE1-6654-7DC9-02F3-96EEF1227D69}"/>
                </a:ext>
              </a:extLst>
            </p:cNvPr>
            <p:cNvCxnSpPr>
              <a:cxnSpLocks/>
            </p:cNvCxnSpPr>
            <p:nvPr/>
          </p:nvCxnSpPr>
          <p:spPr>
            <a:xfrm>
              <a:off x="8374566" y="4929989"/>
              <a:ext cx="880946" cy="0"/>
            </a:xfrm>
            <a:prstGeom prst="line">
              <a:avLst/>
            </a:prstGeom>
            <a:ln w="57150">
              <a:solidFill>
                <a:schemeClr val="accent5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1AA6859-1B58-3E55-ABBA-9DC082B725D8}"/>
              </a:ext>
            </a:extLst>
          </p:cNvPr>
          <p:cNvGrpSpPr/>
          <p:nvPr/>
        </p:nvGrpSpPr>
        <p:grpSpPr>
          <a:xfrm>
            <a:off x="6224875" y="4695781"/>
            <a:ext cx="1596833" cy="751157"/>
            <a:chOff x="6224875" y="4695781"/>
            <a:chExt cx="1596833" cy="751157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EB69CA08-DFF7-FAEE-343E-230D1D098376}"/>
                </a:ext>
              </a:extLst>
            </p:cNvPr>
            <p:cNvSpPr/>
            <p:nvPr/>
          </p:nvSpPr>
          <p:spPr>
            <a:xfrm>
              <a:off x="6224875" y="4695781"/>
              <a:ext cx="1596833" cy="751157"/>
            </a:xfrm>
            <a:prstGeom prst="roundRect">
              <a:avLst>
                <a:gd name="adj" fmla="val 10037"/>
              </a:avLst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Agent N</a:t>
              </a:r>
            </a:p>
          </p:txBody>
        </p:sp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851CF532-C564-22DB-310B-0B0C18DD33FA}"/>
                </a:ext>
              </a:extLst>
            </p:cNvPr>
            <p:cNvSpPr/>
            <p:nvPr/>
          </p:nvSpPr>
          <p:spPr>
            <a:xfrm>
              <a:off x="6320059" y="5087715"/>
              <a:ext cx="1406464" cy="252477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Trading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95A57E6-5885-972A-0770-CC159B46B187}"/>
              </a:ext>
            </a:extLst>
          </p:cNvPr>
          <p:cNvGrpSpPr/>
          <p:nvPr/>
        </p:nvGrpSpPr>
        <p:grpSpPr>
          <a:xfrm>
            <a:off x="9894050" y="1546546"/>
            <a:ext cx="369332" cy="1270558"/>
            <a:chOff x="9048585" y="1311204"/>
            <a:chExt cx="369332" cy="1270558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320B6053-B151-6CFC-6F3A-3A6813D59541}"/>
                </a:ext>
              </a:extLst>
            </p:cNvPr>
            <p:cNvSpPr/>
            <p:nvPr/>
          </p:nvSpPr>
          <p:spPr>
            <a:xfrm rot="16200000">
              <a:off x="9062020" y="2323143"/>
              <a:ext cx="350982" cy="166255"/>
            </a:xfrm>
            <a:prstGeom prst="round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6F79B0-E411-C298-BEE0-81A89A1A940A}"/>
                </a:ext>
              </a:extLst>
            </p:cNvPr>
            <p:cNvSpPr txBox="1"/>
            <p:nvPr/>
          </p:nvSpPr>
          <p:spPr>
            <a:xfrm rot="16200000">
              <a:off x="8776662" y="1583127"/>
              <a:ext cx="9131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Unpack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A4BCBAF-9EDD-3CA6-1E0D-702BB582C173}"/>
              </a:ext>
            </a:extLst>
          </p:cNvPr>
          <p:cNvGrpSpPr/>
          <p:nvPr/>
        </p:nvGrpSpPr>
        <p:grpSpPr>
          <a:xfrm>
            <a:off x="9891148" y="4590478"/>
            <a:ext cx="369332" cy="1096661"/>
            <a:chOff x="12521590" y="6184332"/>
            <a:chExt cx="369332" cy="1096661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FCD36F9-7651-ECC9-404C-5C7DBADADCA7}"/>
                </a:ext>
              </a:extLst>
            </p:cNvPr>
            <p:cNvSpPr/>
            <p:nvPr/>
          </p:nvSpPr>
          <p:spPr>
            <a:xfrm rot="16200000">
              <a:off x="12531600" y="6276695"/>
              <a:ext cx="350982" cy="166255"/>
            </a:xfrm>
            <a:prstGeom prst="round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84D43A4-6DE9-0266-7A6D-06EAF7A7CF16}"/>
                </a:ext>
              </a:extLst>
            </p:cNvPr>
            <p:cNvSpPr txBox="1"/>
            <p:nvPr/>
          </p:nvSpPr>
          <p:spPr>
            <a:xfrm rot="16200000">
              <a:off x="12321412" y="6711483"/>
              <a:ext cx="7696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dirty="0"/>
                <a:t>Pack</a:t>
              </a:r>
            </a:p>
          </p:txBody>
        </p:sp>
      </p:grp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7BA54BDB-88E5-1AC7-4411-AB919E4EA4F6}"/>
              </a:ext>
            </a:extLst>
          </p:cNvPr>
          <p:cNvCxnSpPr>
            <a:cxnSpLocks/>
            <a:stCxn id="17" idx="2"/>
            <a:endCxn id="110" idx="0"/>
          </p:cNvCxnSpPr>
          <p:nvPr/>
        </p:nvCxnSpPr>
        <p:spPr>
          <a:xfrm rot="16200000" flipH="1">
            <a:off x="3875783" y="5921723"/>
            <a:ext cx="1755329" cy="551520"/>
          </a:xfrm>
          <a:prstGeom prst="bentConnector2">
            <a:avLst/>
          </a:prstGeom>
          <a:ln w="57150">
            <a:solidFill>
              <a:schemeClr val="accent5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7857B33A-64D3-E33B-67F2-87F2AE020B2F}"/>
              </a:ext>
            </a:extLst>
          </p:cNvPr>
          <p:cNvGrpSpPr/>
          <p:nvPr/>
        </p:nvGrpSpPr>
        <p:grpSpPr>
          <a:xfrm>
            <a:off x="5029207" y="6239149"/>
            <a:ext cx="2369214" cy="1671997"/>
            <a:chOff x="5185321" y="6239149"/>
            <a:chExt cx="2369214" cy="1671997"/>
          </a:xfrm>
        </p:grpSpPr>
        <p:sp>
          <p:nvSpPr>
            <p:cNvPr id="8" name="Cylinder 7">
              <a:extLst>
                <a:ext uri="{FF2B5EF4-FFF2-40B4-BE49-F238E27FC236}">
                  <a16:creationId xmlns:a16="http://schemas.microsoft.com/office/drawing/2014/main" id="{A2F50114-6F51-6C7E-AA5B-077DF2053637}"/>
                </a:ext>
              </a:extLst>
            </p:cNvPr>
            <p:cNvSpPr/>
            <p:nvPr/>
          </p:nvSpPr>
          <p:spPr>
            <a:xfrm>
              <a:off x="5836717" y="6313863"/>
              <a:ext cx="1717818" cy="1404293"/>
            </a:xfrm>
            <a:prstGeom prst="can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/>
                <a:t>Long-Term</a:t>
              </a:r>
            </a:p>
            <a:p>
              <a:pPr algn="ctr"/>
              <a:r>
                <a:rPr lang="en-US" sz="2200" b="1" dirty="0"/>
                <a:t>Message Memory</a:t>
              </a:r>
            </a:p>
            <a:p>
              <a:pPr algn="ctr"/>
              <a:r>
                <a:rPr lang="en-US" sz="2200" b="1" dirty="0"/>
                <a:t>(LiteDB)</a:t>
              </a:r>
            </a:p>
          </p:txBody>
        </p:sp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CA0031E4-C800-BE71-7E02-6002B8200575}"/>
                </a:ext>
              </a:extLst>
            </p:cNvPr>
            <p:cNvSpPr/>
            <p:nvPr/>
          </p:nvSpPr>
          <p:spPr>
            <a:xfrm rot="16200000">
              <a:off x="4649117" y="6775353"/>
              <a:ext cx="1671997" cy="599590"/>
            </a:xfrm>
            <a:prstGeom prst="roundRect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/>
                <a:t>IMemomy</a:t>
              </a:r>
              <a:r>
                <a:rPr lang="en-US" sz="2200" b="1" dirty="0"/>
                <a:t>-Cache</a:t>
              </a:r>
            </a:p>
          </p:txBody>
        </p:sp>
      </p:grp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FF304F9-6C1C-AD07-4039-4E57FFE3A2D1}"/>
              </a:ext>
            </a:extLst>
          </p:cNvPr>
          <p:cNvCxnSpPr>
            <a:cxnSpLocks/>
            <a:stCxn id="2" idx="2"/>
          </p:cNvCxnSpPr>
          <p:nvPr/>
        </p:nvCxnSpPr>
        <p:spPr>
          <a:xfrm flipV="1">
            <a:off x="10166104" y="2641612"/>
            <a:ext cx="522689" cy="1"/>
          </a:xfrm>
          <a:prstGeom prst="line">
            <a:avLst/>
          </a:prstGeom>
          <a:ln w="57150">
            <a:solidFill>
              <a:schemeClr val="tx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3D3A2F8-CD6C-E74F-34D3-8EBE204FC0CB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10159777" y="4765969"/>
            <a:ext cx="676027" cy="6397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ECB52415-A1D6-22F6-05B6-C5166ECE52B9}"/>
              </a:ext>
            </a:extLst>
          </p:cNvPr>
          <p:cNvCxnSpPr>
            <a:cxnSpLocks/>
            <a:stCxn id="60" idx="2"/>
            <a:endCxn id="13" idx="1"/>
          </p:cNvCxnSpPr>
          <p:nvPr/>
        </p:nvCxnSpPr>
        <p:spPr>
          <a:xfrm rot="5400000" flipH="1">
            <a:off x="8018933" y="-237424"/>
            <a:ext cx="102049" cy="11755166"/>
          </a:xfrm>
          <a:prstGeom prst="bentConnector3">
            <a:avLst>
              <a:gd name="adj1" fmla="val -3198367"/>
            </a:avLst>
          </a:prstGeom>
          <a:ln w="57150">
            <a:solidFill>
              <a:schemeClr val="accent6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417E7CE-FFC3-C8F9-01B7-2C11E2D2C9A3}"/>
              </a:ext>
            </a:extLst>
          </p:cNvPr>
          <p:cNvSpPr/>
          <p:nvPr/>
        </p:nvSpPr>
        <p:spPr>
          <a:xfrm rot="16200000">
            <a:off x="1216498" y="6931722"/>
            <a:ext cx="1964998" cy="37913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762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 SVRN7 XFER</a:t>
            </a:r>
          </a:p>
        </p:txBody>
      </p:sp>
    </p:spTree>
    <p:extLst>
      <p:ext uri="{BB962C8B-B14F-4D97-AF65-F5344CB8AC3E}">
        <p14:creationId xmlns:p14="http://schemas.microsoft.com/office/powerpoint/2010/main" val="2773478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3D038-49B3-7C11-95AA-FB31A9E46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CB101B03-0A99-56B0-8ED9-569BED9B0DCD}"/>
              </a:ext>
            </a:extLst>
          </p:cNvPr>
          <p:cNvGrpSpPr/>
          <p:nvPr/>
        </p:nvGrpSpPr>
        <p:grpSpPr>
          <a:xfrm>
            <a:off x="687269" y="1525198"/>
            <a:ext cx="1775667" cy="4206340"/>
            <a:chOff x="801569" y="1525198"/>
            <a:chExt cx="1775667" cy="420634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B53728E-B1E7-1150-82A9-F4483F871B67}"/>
                </a:ext>
              </a:extLst>
            </p:cNvPr>
            <p:cNvSpPr/>
            <p:nvPr/>
          </p:nvSpPr>
          <p:spPr>
            <a:xfrm>
              <a:off x="801569" y="1525198"/>
              <a:ext cx="1775667" cy="4206340"/>
            </a:xfrm>
            <a:prstGeom prst="roundRect">
              <a:avLst>
                <a:gd name="adj" fmla="val 6979"/>
              </a:avLst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t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Loadable Object </a:t>
              </a:r>
              <a:br>
                <a:rPr lang="en-US" sz="2200" b="1" dirty="0">
                  <a:solidFill>
                    <a:schemeClr val="tx1"/>
                  </a:solidFill>
                </a:rPr>
              </a:br>
              <a:r>
                <a:rPr lang="en-US" sz="2200" b="1" dirty="0">
                  <a:solidFill>
                    <a:schemeClr val="tx1"/>
                  </a:solidFill>
                </a:rPr>
                <a:t>Brain Extensions </a:t>
              </a:r>
              <a:br>
                <a:rPr lang="en-US" sz="2200" b="1" dirty="0">
                  <a:solidFill>
                    <a:schemeClr val="tx1"/>
                  </a:solidFill>
                </a:rPr>
              </a:br>
              <a:r>
                <a:rPr lang="en-US" sz="2200" b="1" dirty="0">
                  <a:solidFill>
                    <a:schemeClr val="tx1"/>
                  </a:solidFill>
                </a:rPr>
                <a:t>(PowerShell Modules)</a:t>
              </a: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9F953D2D-B948-627A-4139-B29F1FDD77E3}"/>
                </a:ext>
              </a:extLst>
            </p:cNvPr>
            <p:cNvGrpSpPr/>
            <p:nvPr/>
          </p:nvGrpSpPr>
          <p:grpSpPr>
            <a:xfrm>
              <a:off x="1979862" y="1706196"/>
              <a:ext cx="425026" cy="3882938"/>
              <a:chOff x="1979862" y="1628139"/>
              <a:chExt cx="425026" cy="3882938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B6A124EB-D04E-D130-294B-3462840AF505}"/>
                  </a:ext>
                </a:extLst>
              </p:cNvPr>
              <p:cNvSpPr/>
              <p:nvPr/>
            </p:nvSpPr>
            <p:spPr>
              <a:xfrm rot="16200000">
                <a:off x="1291034" y="4397224"/>
                <a:ext cx="1802681" cy="425025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SVRN7 LOBE</a:t>
                </a:r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5BA4BFCC-5B20-4433-8337-34CD668243D8}"/>
                  </a:ext>
                </a:extLst>
              </p:cNvPr>
              <p:cNvSpPr/>
              <p:nvPr/>
            </p:nvSpPr>
            <p:spPr>
              <a:xfrm rot="16200000">
                <a:off x="1963013" y="3133777"/>
                <a:ext cx="458725" cy="425025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…</a:t>
                </a:r>
              </a:p>
            </p:txBody>
          </p:sp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B583BBFB-3C81-877B-746E-325BC9B8951F}"/>
                  </a:ext>
                </a:extLst>
              </p:cNvPr>
              <p:cNvSpPr/>
              <p:nvPr/>
            </p:nvSpPr>
            <p:spPr>
              <a:xfrm rot="16200000">
                <a:off x="1511006" y="2096995"/>
                <a:ext cx="1362738" cy="425025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UX LOBE</a:t>
                </a:r>
              </a:p>
            </p:txBody>
          </p:sp>
        </p:grp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CCB2740-A3E7-1F35-EF45-8FB2C206E7E0}"/>
              </a:ext>
            </a:extLst>
          </p:cNvPr>
          <p:cNvCxnSpPr>
            <a:cxnSpLocks/>
            <a:stCxn id="90" idx="3"/>
          </p:cNvCxnSpPr>
          <p:nvPr/>
        </p:nvCxnSpPr>
        <p:spPr>
          <a:xfrm>
            <a:off x="-114011" y="3247022"/>
            <a:ext cx="930600" cy="0"/>
          </a:xfrm>
          <a:prstGeom prst="line">
            <a:avLst/>
          </a:prstGeom>
          <a:ln w="571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30FB6E0B-8EA3-A3C5-613A-C6D9BD081E15}"/>
              </a:ext>
            </a:extLst>
          </p:cNvPr>
          <p:cNvCxnSpPr>
            <a:cxnSpLocks/>
            <a:stCxn id="91" idx="3"/>
          </p:cNvCxnSpPr>
          <p:nvPr/>
        </p:nvCxnSpPr>
        <p:spPr>
          <a:xfrm>
            <a:off x="-106574" y="4163896"/>
            <a:ext cx="905739" cy="0"/>
          </a:xfrm>
          <a:prstGeom prst="line">
            <a:avLst/>
          </a:prstGeom>
          <a:ln w="571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Arrow: Up-Down 62">
            <a:extLst>
              <a:ext uri="{FF2B5EF4-FFF2-40B4-BE49-F238E27FC236}">
                <a16:creationId xmlns:a16="http://schemas.microsoft.com/office/drawing/2014/main" id="{4ACCFDE3-B068-2D0F-EFF6-94B49975FD81}"/>
              </a:ext>
            </a:extLst>
          </p:cNvPr>
          <p:cNvSpPr/>
          <p:nvPr/>
        </p:nvSpPr>
        <p:spPr>
          <a:xfrm>
            <a:off x="12351471" y="769424"/>
            <a:ext cx="3477844" cy="5636571"/>
          </a:xfrm>
          <a:prstGeom prst="upDownArrow">
            <a:avLst>
              <a:gd name="adj1" fmla="val 64745"/>
              <a:gd name="adj2" fmla="val 16527"/>
            </a:avLst>
          </a:prstGeom>
          <a:solidFill>
            <a:srgbClr val="0068A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en-US" sz="2400" b="1" dirty="0"/>
              <a:t>Verifiable Trust Circles (VTC7)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3A6FEE-61C7-80EB-D2B9-2A20FD94CCA9}"/>
              </a:ext>
            </a:extLst>
          </p:cNvPr>
          <p:cNvSpPr txBox="1"/>
          <p:nvPr/>
        </p:nvSpPr>
        <p:spPr>
          <a:xfrm>
            <a:off x="-2244919" y="14296"/>
            <a:ext cx="171886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Koblenz Serial" panose="02000000000000000000" pitchFamily="50" charset="0"/>
                <a:cs typeface="Cascadia Code" panose="020B0609020000020004" pitchFamily="49" charset="0"/>
              </a:rPr>
              <a:t>Web 7.0™ Decentralized System Architecture (DSA) 0.18 Epoch 0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  <a:latin typeface="Koblenz Serial" panose="02000000000000000000" pitchFamily="50" charset="0"/>
                <a:cs typeface="Cascadia Code" panose="020B0609020000020004" pitchFamily="49" charset="0"/>
              </a:rPr>
              <a:t>Secure, Trusted, DID-native, DIDComm-native Web 7.0 DIDLibOS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572A9D-8D12-8AFD-4568-B75C6AF82263}"/>
              </a:ext>
            </a:extLst>
          </p:cNvPr>
          <p:cNvSpPr/>
          <p:nvPr/>
        </p:nvSpPr>
        <p:spPr>
          <a:xfrm>
            <a:off x="11597066" y="1513718"/>
            <a:ext cx="926928" cy="4194960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INTERNET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7215D2-90FC-085E-9E59-6720D69C4451}"/>
              </a:ext>
            </a:extLst>
          </p:cNvPr>
          <p:cNvSpPr/>
          <p:nvPr/>
        </p:nvSpPr>
        <p:spPr>
          <a:xfrm>
            <a:off x="2604423" y="1525198"/>
            <a:ext cx="7926386" cy="4229100"/>
          </a:xfrm>
          <a:prstGeom prst="roundRect">
            <a:avLst>
              <a:gd name="adj" fmla="val 3925"/>
            </a:avLst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Citizen/Society Trusted Digital Assistant (Citizen/Society TDA)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(PS Host web7tda.exe)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F7AA2AE-8F8B-E0C6-90B6-4375BD37435B}"/>
              </a:ext>
            </a:extLst>
          </p:cNvPr>
          <p:cNvSpPr/>
          <p:nvPr/>
        </p:nvSpPr>
        <p:spPr>
          <a:xfrm>
            <a:off x="9217451" y="2033757"/>
            <a:ext cx="1194872" cy="3601281"/>
          </a:xfrm>
          <a:prstGeom prst="round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HTTP Listener/Sender</a:t>
            </a:r>
          </a:p>
          <a:p>
            <a:pPr algn="ctr"/>
            <a:r>
              <a:rPr lang="en-US" sz="2200" b="1" dirty="0">
                <a:solidFill>
                  <a:schemeClr val="tx1"/>
                </a:solidFill>
              </a:rPr>
              <a:t>(</a:t>
            </a:r>
            <a:r>
              <a:rPr lang="en-US" sz="2200" b="1" dirty="0" err="1">
                <a:solidFill>
                  <a:schemeClr val="tx1"/>
                </a:solidFill>
              </a:rPr>
              <a:t>HTTPClient</a:t>
            </a:r>
            <a:r>
              <a:rPr lang="en-US" sz="2200" b="1" dirty="0">
                <a:solidFill>
                  <a:schemeClr val="tx1"/>
                </a:solidFill>
              </a:rPr>
              <a:t>)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C5C22FF-57B6-A2A3-7C0D-07996930AC3B}"/>
              </a:ext>
            </a:extLst>
          </p:cNvPr>
          <p:cNvGrpSpPr/>
          <p:nvPr/>
        </p:nvGrpSpPr>
        <p:grpSpPr>
          <a:xfrm rot="16200000">
            <a:off x="10233196" y="5255676"/>
            <a:ext cx="2326135" cy="1159674"/>
            <a:chOff x="216910" y="5104981"/>
            <a:chExt cx="2326135" cy="115967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F261814-6E9D-CAB5-E9F8-3DF5E92889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859434" y="5684818"/>
              <a:ext cx="1159674" cy="0"/>
            </a:xfrm>
            <a:prstGeom prst="line">
              <a:avLst/>
            </a:prstGeom>
            <a:ln w="571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7866A43-504B-B22B-03EB-9163EB088206}"/>
                </a:ext>
              </a:extLst>
            </p:cNvPr>
            <p:cNvSpPr txBox="1"/>
            <p:nvPr/>
          </p:nvSpPr>
          <p:spPr>
            <a:xfrm>
              <a:off x="216910" y="5480298"/>
              <a:ext cx="23261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Outbound Processing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BD12634-D7DE-8CAE-222E-EFFA5A153EDC}"/>
              </a:ext>
            </a:extLst>
          </p:cNvPr>
          <p:cNvGrpSpPr/>
          <p:nvPr/>
        </p:nvGrpSpPr>
        <p:grpSpPr>
          <a:xfrm rot="16200000">
            <a:off x="10314840" y="1166813"/>
            <a:ext cx="2159640" cy="789957"/>
            <a:chOff x="4262727" y="5325490"/>
            <a:chExt cx="2159640" cy="78995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9298CE1-55B4-31FF-3303-3ECED1B076E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867748" y="5720469"/>
              <a:ext cx="789957" cy="0"/>
            </a:xfrm>
            <a:prstGeom prst="line">
              <a:avLst/>
            </a:prstGeom>
            <a:ln w="57150">
              <a:solidFill>
                <a:schemeClr val="tx1"/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93404D2-7E97-1B28-AF24-A109040B2CDF}"/>
                </a:ext>
              </a:extLst>
            </p:cNvPr>
            <p:cNvSpPr txBox="1"/>
            <p:nvPr/>
          </p:nvSpPr>
          <p:spPr>
            <a:xfrm>
              <a:off x="4264190" y="5514918"/>
              <a:ext cx="21581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Inbound Processing</a:t>
              </a:r>
            </a:p>
          </p:txBody>
        </p: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E90EE9A-23DA-DCCB-EADA-281FDFB69518}"/>
              </a:ext>
            </a:extLst>
          </p:cNvPr>
          <p:cNvSpPr/>
          <p:nvPr/>
        </p:nvSpPr>
        <p:spPr>
          <a:xfrm>
            <a:off x="10651692" y="1525098"/>
            <a:ext cx="522888" cy="4229098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REST/HTTP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3BE6F5-AFBC-FA28-CF7C-84D899C2D7A5}"/>
              </a:ext>
            </a:extLst>
          </p:cNvPr>
          <p:cNvSpPr txBox="1"/>
          <p:nvPr/>
        </p:nvSpPr>
        <p:spPr>
          <a:xfrm>
            <a:off x="-1965025" y="9091034"/>
            <a:ext cx="16908774" cy="424773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algn="ctr"/>
            <a:r>
              <a:rPr lang="en-US" sz="1600" b="0" i="0" dirty="0">
                <a:effectLst/>
              </a:rPr>
              <a:t>Copyright © </a:t>
            </a:r>
            <a:r>
              <a:rPr lang="en-US" sz="1600" dirty="0"/>
              <a:t>2026</a:t>
            </a:r>
            <a:r>
              <a:rPr lang="en-US" sz="1600" b="0" i="0" dirty="0">
                <a:effectLst/>
              </a:rPr>
              <a:t> Michael Herman (Alberta, Canada) – TDW</a:t>
            </a:r>
            <a:r>
              <a:rPr lang="en-US" sz="1600" dirty="0"/>
              <a:t>™ – </a:t>
            </a:r>
            <a:r>
              <a:rPr lang="en-US" sz="1600" b="0" i="0" dirty="0">
                <a:effectLst/>
              </a:rPr>
              <a:t>Creative Commons Attribution-ShareAlike 4.0 International Public License</a:t>
            </a:r>
            <a:endParaRPr lang="en-US" sz="16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1FB2F11-2BFB-0FAA-36A9-E194040778E2}"/>
              </a:ext>
            </a:extLst>
          </p:cNvPr>
          <p:cNvSpPr/>
          <p:nvPr/>
        </p:nvSpPr>
        <p:spPr>
          <a:xfrm>
            <a:off x="2746930" y="2363087"/>
            <a:ext cx="5216255" cy="3271951"/>
          </a:xfrm>
          <a:prstGeom prst="roundRect">
            <a:avLst>
              <a:gd name="adj" fmla="val 10037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PowerShell Runspace Pool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EF4595A-D8BC-6D10-F910-27898BDC6824}"/>
              </a:ext>
            </a:extLst>
          </p:cNvPr>
          <p:cNvSpPr/>
          <p:nvPr/>
        </p:nvSpPr>
        <p:spPr>
          <a:xfrm>
            <a:off x="2876077" y="2870163"/>
            <a:ext cx="3228018" cy="2576775"/>
          </a:xfrm>
          <a:prstGeom prst="roundRect">
            <a:avLst>
              <a:gd name="adj" fmla="val 10037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Agent 1 Runspace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A76C379-EF03-3567-5673-5F98F088959D}"/>
              </a:ext>
            </a:extLst>
          </p:cNvPr>
          <p:cNvSpPr/>
          <p:nvPr/>
        </p:nvSpPr>
        <p:spPr>
          <a:xfrm>
            <a:off x="2997465" y="4435662"/>
            <a:ext cx="2960444" cy="884157"/>
          </a:xfrm>
          <a:prstGeom prst="round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DIDComm Message Switchboard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(Inbound/Outbound)</a:t>
            </a: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FDC39364-3F65-5885-FEC9-3DBE1F80E809}"/>
              </a:ext>
            </a:extLst>
          </p:cNvPr>
          <p:cNvGrpSpPr/>
          <p:nvPr/>
        </p:nvGrpSpPr>
        <p:grpSpPr>
          <a:xfrm>
            <a:off x="-1305816" y="1359998"/>
            <a:ext cx="1368000" cy="1368000"/>
            <a:chOff x="-1305816" y="1461598"/>
            <a:chExt cx="1368000" cy="1368000"/>
          </a:xfrm>
        </p:grpSpPr>
        <p:pic>
          <p:nvPicPr>
            <p:cNvPr id="4" name="Graphic 3" descr="Smart Phone with solid fill">
              <a:extLst>
                <a:ext uri="{FF2B5EF4-FFF2-40B4-BE49-F238E27FC236}">
                  <a16:creationId xmlns:a16="http://schemas.microsoft.com/office/drawing/2014/main" id="{2D933830-A947-91F1-3454-EC043FE481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305816" y="1461598"/>
              <a:ext cx="1368000" cy="136800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D71EF56-601D-B2D2-01E3-2BC585516F91}"/>
                </a:ext>
              </a:extLst>
            </p:cNvPr>
            <p:cNvSpPr txBox="1"/>
            <p:nvPr/>
          </p:nvSpPr>
          <p:spPr>
            <a:xfrm>
              <a:off x="-957720" y="1710882"/>
              <a:ext cx="677108" cy="848950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pPr algn="ctr"/>
              <a:r>
                <a:rPr lang="en-US" sz="1600" b="1" dirty="0"/>
                <a:t>UX/GR/</a:t>
              </a:r>
            </a:p>
            <a:p>
              <a:pPr algn="ctr"/>
              <a:r>
                <a:rPr lang="en-US" sz="1600" b="1" dirty="0"/>
                <a:t>HTML</a:t>
              </a:r>
            </a:p>
          </p:txBody>
        </p:sp>
      </p:grpSp>
      <p:sp>
        <p:nvSpPr>
          <p:cNvPr id="41" name="Oval 40">
            <a:extLst>
              <a:ext uri="{FF2B5EF4-FFF2-40B4-BE49-F238E27FC236}">
                <a16:creationId xmlns:a16="http://schemas.microsoft.com/office/drawing/2014/main" id="{CA1E339C-D3BE-4F37-8753-3A8C5FC3A286}"/>
              </a:ext>
            </a:extLst>
          </p:cNvPr>
          <p:cNvSpPr/>
          <p:nvPr/>
        </p:nvSpPr>
        <p:spPr>
          <a:xfrm>
            <a:off x="-834690" y="5177263"/>
            <a:ext cx="468000" cy="468000"/>
          </a:xfrm>
          <a:prstGeom prst="ellipse">
            <a:avLst/>
          </a:prstGeom>
          <a:solidFill>
            <a:srgbClr val="E9E7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77DDC0E3-18F8-C703-3658-255073722208}"/>
              </a:ext>
            </a:extLst>
          </p:cNvPr>
          <p:cNvGrpSpPr/>
          <p:nvPr/>
        </p:nvGrpSpPr>
        <p:grpSpPr>
          <a:xfrm>
            <a:off x="-1161816" y="4777063"/>
            <a:ext cx="1080000" cy="1080000"/>
            <a:chOff x="-1161816" y="4853263"/>
            <a:chExt cx="1080000" cy="1080000"/>
          </a:xfrm>
        </p:grpSpPr>
        <p:pic>
          <p:nvPicPr>
            <p:cNvPr id="35" name="Graphic 34" descr="Watch with solid fill">
              <a:extLst>
                <a:ext uri="{FF2B5EF4-FFF2-40B4-BE49-F238E27FC236}">
                  <a16:creationId xmlns:a16="http://schemas.microsoft.com/office/drawing/2014/main" id="{9FD85F39-64B7-C0A6-EDDC-58A9DB8BC4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1161816" y="4853263"/>
              <a:ext cx="1080000" cy="10800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9BE46CA-C5A9-6619-20E0-B585F0144384}"/>
                </a:ext>
              </a:extLst>
            </p:cNvPr>
            <p:cNvSpPr txBox="1"/>
            <p:nvPr/>
          </p:nvSpPr>
          <p:spPr>
            <a:xfrm>
              <a:off x="-886273" y="5197938"/>
              <a:ext cx="5629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UX</a:t>
              </a: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3F9081-3CAE-8A72-B718-A8333CA965DE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-280612" y="2033757"/>
            <a:ext cx="2221850" cy="0"/>
          </a:xfrm>
          <a:prstGeom prst="line">
            <a:avLst/>
          </a:prstGeom>
          <a:ln w="571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C5B9765-12B1-9ACD-2390-43AA6A761E80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-323298" y="5306404"/>
            <a:ext cx="1122463" cy="0"/>
          </a:xfrm>
          <a:prstGeom prst="line">
            <a:avLst/>
          </a:prstGeom>
          <a:ln w="571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2EB8924-5C07-5C46-0264-0BC078D73F03}"/>
              </a:ext>
            </a:extLst>
          </p:cNvPr>
          <p:cNvSpPr/>
          <p:nvPr/>
        </p:nvSpPr>
        <p:spPr>
          <a:xfrm>
            <a:off x="149776" y="1885832"/>
            <a:ext cx="409821" cy="3822846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Internet/LAN/P2P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28B99A3-11F7-4E8A-2400-E95EF2CCE052}"/>
              </a:ext>
            </a:extLst>
          </p:cNvPr>
          <p:cNvGrpSpPr/>
          <p:nvPr/>
        </p:nvGrpSpPr>
        <p:grpSpPr>
          <a:xfrm>
            <a:off x="13264604" y="1491430"/>
            <a:ext cx="1365873" cy="4199753"/>
            <a:chOff x="12829716" y="1234962"/>
            <a:chExt cx="1365873" cy="4199753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F3644EBA-4238-9A4B-5F57-02BE1B7392E5}"/>
                </a:ext>
              </a:extLst>
            </p:cNvPr>
            <p:cNvSpPr/>
            <p:nvPr/>
          </p:nvSpPr>
          <p:spPr>
            <a:xfrm>
              <a:off x="12829716" y="1234962"/>
              <a:ext cx="1365873" cy="717668"/>
            </a:xfrm>
            <a:prstGeom prst="roundRect">
              <a:avLst>
                <a:gd name="adj" fmla="val 3925"/>
              </a:avLst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Citizen</a:t>
              </a:r>
            </a:p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TDA</a:t>
              </a: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DCF1DAA1-EFD7-6ED8-E061-6C867D534362}"/>
                </a:ext>
              </a:extLst>
            </p:cNvPr>
            <p:cNvSpPr/>
            <p:nvPr/>
          </p:nvSpPr>
          <p:spPr>
            <a:xfrm>
              <a:off x="12829717" y="2106619"/>
              <a:ext cx="1365872" cy="716532"/>
            </a:xfrm>
            <a:prstGeom prst="roundRect">
              <a:avLst>
                <a:gd name="adj" fmla="val 3925"/>
              </a:avLst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Citizen</a:t>
              </a:r>
            </a:p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TDA</a:t>
              </a: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1C4C87C1-DE6A-4383-2873-54F1368A5CDE}"/>
                </a:ext>
              </a:extLst>
            </p:cNvPr>
            <p:cNvSpPr/>
            <p:nvPr/>
          </p:nvSpPr>
          <p:spPr>
            <a:xfrm>
              <a:off x="12829717" y="2977140"/>
              <a:ext cx="1365872" cy="716532"/>
            </a:xfrm>
            <a:prstGeom prst="roundRect">
              <a:avLst>
                <a:gd name="adj" fmla="val 3925"/>
              </a:avLst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07F850BB-03B3-E6E1-B2F7-966C1C7FE2AE}"/>
                </a:ext>
              </a:extLst>
            </p:cNvPr>
            <p:cNvSpPr/>
            <p:nvPr/>
          </p:nvSpPr>
          <p:spPr>
            <a:xfrm>
              <a:off x="12829717" y="4718183"/>
              <a:ext cx="1365872" cy="716532"/>
            </a:xfrm>
            <a:prstGeom prst="roundRect">
              <a:avLst>
                <a:gd name="adj" fmla="val 3925"/>
              </a:avLst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Citizen</a:t>
              </a:r>
            </a:p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TDA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7BE3F750-CCDD-BD8B-A84B-74A1C507AB1B}"/>
                </a:ext>
              </a:extLst>
            </p:cNvPr>
            <p:cNvSpPr/>
            <p:nvPr/>
          </p:nvSpPr>
          <p:spPr>
            <a:xfrm>
              <a:off x="12829717" y="3847661"/>
              <a:ext cx="1365872" cy="716532"/>
            </a:xfrm>
            <a:prstGeom prst="roundRect">
              <a:avLst>
                <a:gd name="adj" fmla="val 3925"/>
              </a:avLst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Citizen</a:t>
              </a:r>
            </a:p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TDA</a:t>
              </a:r>
            </a:p>
          </p:txBody>
        </p: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EFA9A2A-A719-F848-60DE-97B5ACF388C9}"/>
              </a:ext>
            </a:extLst>
          </p:cNvPr>
          <p:cNvCxnSpPr>
            <a:cxnSpLocks/>
          </p:cNvCxnSpPr>
          <p:nvPr/>
        </p:nvCxnSpPr>
        <p:spPr>
          <a:xfrm flipV="1">
            <a:off x="12521590" y="3591874"/>
            <a:ext cx="740611" cy="19324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E70C057-314D-8917-FCD3-A16500460F20}"/>
              </a:ext>
            </a:extLst>
          </p:cNvPr>
          <p:cNvCxnSpPr>
            <a:cxnSpLocks/>
          </p:cNvCxnSpPr>
          <p:nvPr/>
        </p:nvCxnSpPr>
        <p:spPr>
          <a:xfrm flipV="1">
            <a:off x="12521590" y="2687949"/>
            <a:ext cx="740611" cy="19324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70D604C-722F-B080-800B-30639EEF85D3}"/>
              </a:ext>
            </a:extLst>
          </p:cNvPr>
          <p:cNvCxnSpPr>
            <a:cxnSpLocks/>
          </p:cNvCxnSpPr>
          <p:nvPr/>
        </p:nvCxnSpPr>
        <p:spPr>
          <a:xfrm flipV="1">
            <a:off x="12521590" y="5353272"/>
            <a:ext cx="740611" cy="19324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B129920-1B85-AC11-2E8B-90653986E1F6}"/>
              </a:ext>
            </a:extLst>
          </p:cNvPr>
          <p:cNvCxnSpPr>
            <a:cxnSpLocks/>
          </p:cNvCxnSpPr>
          <p:nvPr/>
        </p:nvCxnSpPr>
        <p:spPr>
          <a:xfrm flipV="1">
            <a:off x="12521590" y="4435662"/>
            <a:ext cx="740611" cy="19324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842DC65-3E3E-C49A-8AC2-F084F0FC33C0}"/>
              </a:ext>
            </a:extLst>
          </p:cNvPr>
          <p:cNvCxnSpPr>
            <a:cxnSpLocks/>
          </p:cNvCxnSpPr>
          <p:nvPr/>
        </p:nvCxnSpPr>
        <p:spPr>
          <a:xfrm flipV="1">
            <a:off x="12521590" y="1885832"/>
            <a:ext cx="740611" cy="19324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A39B66E-EF41-CF28-C8D5-F66922A657EF}"/>
              </a:ext>
            </a:extLst>
          </p:cNvPr>
          <p:cNvGrpSpPr/>
          <p:nvPr/>
        </p:nvGrpSpPr>
        <p:grpSpPr>
          <a:xfrm>
            <a:off x="2997465" y="3336927"/>
            <a:ext cx="2973244" cy="983559"/>
            <a:chOff x="2997465" y="3459588"/>
            <a:chExt cx="2973244" cy="983559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004FC5F1-5965-C720-39DA-AF0A67B328D7}"/>
                </a:ext>
              </a:extLst>
            </p:cNvPr>
            <p:cNvSpPr/>
            <p:nvPr/>
          </p:nvSpPr>
          <p:spPr>
            <a:xfrm>
              <a:off x="2997465" y="3459588"/>
              <a:ext cx="1203132" cy="425025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Email</a:t>
              </a: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BB44EE42-1F1F-0A36-B640-3B535FC19460}"/>
                </a:ext>
              </a:extLst>
            </p:cNvPr>
            <p:cNvSpPr/>
            <p:nvPr/>
          </p:nvSpPr>
          <p:spPr>
            <a:xfrm>
              <a:off x="4342074" y="3466144"/>
              <a:ext cx="1628635" cy="418469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Calendar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6BBED0BB-347F-8617-A0D3-36FFEA386680}"/>
                </a:ext>
              </a:extLst>
            </p:cNvPr>
            <p:cNvSpPr/>
            <p:nvPr/>
          </p:nvSpPr>
          <p:spPr>
            <a:xfrm>
              <a:off x="2997465" y="4011567"/>
              <a:ext cx="1203132" cy="425025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Presence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1883B571-6344-0C4E-75D4-EBD7B1C983FD}"/>
                </a:ext>
              </a:extLst>
            </p:cNvPr>
            <p:cNvSpPr/>
            <p:nvPr/>
          </p:nvSpPr>
          <p:spPr>
            <a:xfrm>
              <a:off x="4342074" y="4018122"/>
              <a:ext cx="1628635" cy="425025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Notifications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2E6989DF-1FCC-D897-C735-97A75503CF87}"/>
              </a:ext>
            </a:extLst>
          </p:cNvPr>
          <p:cNvGrpSpPr/>
          <p:nvPr/>
        </p:nvGrpSpPr>
        <p:grpSpPr>
          <a:xfrm>
            <a:off x="-1305816" y="2563218"/>
            <a:ext cx="1368000" cy="1368000"/>
            <a:chOff x="-1305816" y="2563218"/>
            <a:chExt cx="1368000" cy="1368000"/>
          </a:xfrm>
        </p:grpSpPr>
        <p:pic>
          <p:nvPicPr>
            <p:cNvPr id="19" name="Graphic 18" descr="Tablet with solid fill">
              <a:extLst>
                <a:ext uri="{FF2B5EF4-FFF2-40B4-BE49-F238E27FC236}">
                  <a16:creationId xmlns:a16="http://schemas.microsoft.com/office/drawing/2014/main" id="{55021905-64CC-DF84-14B6-6C47DE98EA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1305816" y="2563218"/>
              <a:ext cx="1368000" cy="1368000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E22D1391-29E9-1248-4D58-65A26ACDB303}"/>
                </a:ext>
              </a:extLst>
            </p:cNvPr>
            <p:cNvSpPr txBox="1"/>
            <p:nvPr/>
          </p:nvSpPr>
          <p:spPr>
            <a:xfrm>
              <a:off x="-1132719" y="2954634"/>
              <a:ext cx="10187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UX/GR/</a:t>
              </a:r>
            </a:p>
            <a:p>
              <a:pPr algn="ctr"/>
              <a:r>
                <a:rPr lang="en-US" sz="1600" b="1" dirty="0"/>
                <a:t>HTML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9F8E4E1-0D76-946C-CC9A-0DA168D386C8}"/>
              </a:ext>
            </a:extLst>
          </p:cNvPr>
          <p:cNvGrpSpPr/>
          <p:nvPr/>
        </p:nvGrpSpPr>
        <p:grpSpPr>
          <a:xfrm>
            <a:off x="-1305816" y="3562041"/>
            <a:ext cx="1368000" cy="1368000"/>
            <a:chOff x="-1305816" y="3625541"/>
            <a:chExt cx="1368000" cy="1368000"/>
          </a:xfrm>
        </p:grpSpPr>
        <p:pic>
          <p:nvPicPr>
            <p:cNvPr id="31" name="Graphic 30" descr="Laptop with solid fill">
              <a:extLst>
                <a:ext uri="{FF2B5EF4-FFF2-40B4-BE49-F238E27FC236}">
                  <a16:creationId xmlns:a16="http://schemas.microsoft.com/office/drawing/2014/main" id="{957F3F0B-A9F1-BB5F-FA94-29B6161529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1305816" y="3625541"/>
              <a:ext cx="1368000" cy="1368000"/>
            </a:xfrm>
            <a:prstGeom prst="rect">
              <a:avLst/>
            </a:prstGeom>
          </p:spPr>
        </p:pic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B7255A2-6889-026E-91F7-DD44F3481DB6}"/>
                </a:ext>
              </a:extLst>
            </p:cNvPr>
            <p:cNvSpPr txBox="1"/>
            <p:nvPr/>
          </p:nvSpPr>
          <p:spPr>
            <a:xfrm>
              <a:off x="-1125282" y="3935008"/>
              <a:ext cx="10187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UX/GR/</a:t>
              </a:r>
            </a:p>
            <a:p>
              <a:pPr algn="ctr"/>
              <a:r>
                <a:rPr lang="en-US" sz="1600" b="1" dirty="0"/>
                <a:t>HTML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7B4D41D-B534-B4D5-3DA2-3B980D7EAF9A}"/>
              </a:ext>
            </a:extLst>
          </p:cNvPr>
          <p:cNvGrpSpPr/>
          <p:nvPr/>
        </p:nvGrpSpPr>
        <p:grpSpPr>
          <a:xfrm>
            <a:off x="6224875" y="3786454"/>
            <a:ext cx="1596833" cy="751157"/>
            <a:chOff x="6224875" y="3830991"/>
            <a:chExt cx="1596833" cy="751157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9FBF89D8-5B21-6A92-A234-156A48F648B1}"/>
                </a:ext>
              </a:extLst>
            </p:cNvPr>
            <p:cNvSpPr/>
            <p:nvPr/>
          </p:nvSpPr>
          <p:spPr>
            <a:xfrm>
              <a:off x="6224875" y="3830991"/>
              <a:ext cx="1596833" cy="751157"/>
            </a:xfrm>
            <a:prstGeom prst="roundRect">
              <a:avLst>
                <a:gd name="adj" fmla="val 10037"/>
              </a:avLst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Agent 3</a:t>
              </a:r>
            </a:p>
          </p:txBody>
        </p: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B282F6AD-F48F-614A-6D2A-C8E5BADF4DCE}"/>
                </a:ext>
              </a:extLst>
            </p:cNvPr>
            <p:cNvSpPr/>
            <p:nvPr/>
          </p:nvSpPr>
          <p:spPr>
            <a:xfrm>
              <a:off x="6321851" y="4234434"/>
              <a:ext cx="1406464" cy="252477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Invoicing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12FDBDE-A4FE-26B3-E949-8F7B6AB8142F}"/>
              </a:ext>
            </a:extLst>
          </p:cNvPr>
          <p:cNvGrpSpPr/>
          <p:nvPr/>
        </p:nvGrpSpPr>
        <p:grpSpPr>
          <a:xfrm>
            <a:off x="6229812" y="2877127"/>
            <a:ext cx="1596833" cy="751157"/>
            <a:chOff x="6229812" y="2977486"/>
            <a:chExt cx="1596833" cy="75115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E7E0538-0E8E-B801-82B1-EF1804FC697F}"/>
                </a:ext>
              </a:extLst>
            </p:cNvPr>
            <p:cNvSpPr/>
            <p:nvPr/>
          </p:nvSpPr>
          <p:spPr>
            <a:xfrm>
              <a:off x="6229812" y="2977486"/>
              <a:ext cx="1596833" cy="751157"/>
            </a:xfrm>
            <a:prstGeom prst="roundRect">
              <a:avLst>
                <a:gd name="adj" fmla="val 10037"/>
              </a:avLst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Agent 2</a:t>
              </a:r>
            </a:p>
          </p:txBody>
        </p: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C8CA3C4C-A4D2-2517-D44C-6A30EB0CA869}"/>
                </a:ext>
              </a:extLst>
            </p:cNvPr>
            <p:cNvSpPr/>
            <p:nvPr/>
          </p:nvSpPr>
          <p:spPr>
            <a:xfrm>
              <a:off x="6320059" y="3373064"/>
              <a:ext cx="1406464" cy="252477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Onboard</a:t>
              </a:r>
            </a:p>
          </p:txBody>
        </p:sp>
      </p:grp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A95C1183-7BB2-BE42-1818-53B556CC42DE}"/>
              </a:ext>
            </a:extLst>
          </p:cNvPr>
          <p:cNvSpPr/>
          <p:nvPr/>
        </p:nvSpPr>
        <p:spPr>
          <a:xfrm rot="16200000">
            <a:off x="12671000" y="1823138"/>
            <a:ext cx="350982" cy="166255"/>
          </a:xfrm>
          <a:prstGeom prst="round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CACD8E31-5D87-6CEC-E848-A73BA7E96BD2}"/>
              </a:ext>
            </a:extLst>
          </p:cNvPr>
          <p:cNvSpPr/>
          <p:nvPr/>
        </p:nvSpPr>
        <p:spPr>
          <a:xfrm rot="16200000">
            <a:off x="12671000" y="2611544"/>
            <a:ext cx="350982" cy="166255"/>
          </a:xfrm>
          <a:prstGeom prst="round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5BAE2CF6-0EB2-9E3F-5DF5-FE42A8054DD1}"/>
              </a:ext>
            </a:extLst>
          </p:cNvPr>
          <p:cNvSpPr/>
          <p:nvPr/>
        </p:nvSpPr>
        <p:spPr>
          <a:xfrm rot="16200000">
            <a:off x="12671000" y="3521363"/>
            <a:ext cx="350982" cy="166255"/>
          </a:xfrm>
          <a:prstGeom prst="round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77802A5C-92C6-E9A2-843A-C2944150E24A}"/>
              </a:ext>
            </a:extLst>
          </p:cNvPr>
          <p:cNvSpPr/>
          <p:nvPr/>
        </p:nvSpPr>
        <p:spPr>
          <a:xfrm rot="16200000">
            <a:off x="12671000" y="4373732"/>
            <a:ext cx="350982" cy="166255"/>
          </a:xfrm>
          <a:prstGeom prst="round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63C66334-72AD-7F2F-0D69-FACE78860684}"/>
              </a:ext>
            </a:extLst>
          </p:cNvPr>
          <p:cNvSpPr/>
          <p:nvPr/>
        </p:nvSpPr>
        <p:spPr>
          <a:xfrm rot="16200000">
            <a:off x="12671000" y="5295923"/>
            <a:ext cx="350982" cy="166255"/>
          </a:xfrm>
          <a:prstGeom prst="round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75E7BFCB-044C-36AD-E211-AD4A0FAC52DF}"/>
              </a:ext>
            </a:extLst>
          </p:cNvPr>
          <p:cNvGrpSpPr/>
          <p:nvPr/>
        </p:nvGrpSpPr>
        <p:grpSpPr>
          <a:xfrm>
            <a:off x="-2463441" y="1436197"/>
            <a:ext cx="1194367" cy="4621701"/>
            <a:chOff x="-2463441" y="1436197"/>
            <a:chExt cx="1194367" cy="462170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2A32A03-94AB-A7AE-130B-7E7F8174F035}"/>
                </a:ext>
              </a:extLst>
            </p:cNvPr>
            <p:cNvSpPr txBox="1"/>
            <p:nvPr/>
          </p:nvSpPr>
          <p:spPr>
            <a:xfrm rot="16200000">
              <a:off x="-3849229" y="3477743"/>
              <a:ext cx="4621701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Command Li</a:t>
              </a:r>
              <a:r>
                <a:rPr lang="en-US" b="1" dirty="0">
                  <a:solidFill>
                    <a:schemeClr val="tx1"/>
                  </a:solidFill>
                </a:rPr>
                <a:t>ne/Touch Interfaces (CLTIs)</a:t>
              </a:r>
            </a:p>
            <a:p>
              <a:pPr algn="ctr"/>
              <a:r>
                <a:rPr lang="en-US" sz="1100" b="1" dirty="0"/>
                <a:t>(Windows, Linux Android, iOS, </a:t>
              </a:r>
              <a:r>
                <a:rPr lang="en-US" sz="1100" b="1" dirty="0" err="1"/>
                <a:t>FireOS</a:t>
              </a:r>
              <a:r>
                <a:rPr lang="en-US" sz="1100" b="1" dirty="0"/>
                <a:t>)</a:t>
              </a:r>
              <a:endParaRPr lang="en-US" sz="1100" b="1" dirty="0">
                <a:solidFill>
                  <a:schemeClr val="tx1"/>
                </a:solidFill>
              </a:endParaRPr>
            </a:p>
          </p:txBody>
        </p:sp>
        <p:pic>
          <p:nvPicPr>
            <p:cNvPr id="88" name="Graphic 87" descr="Keyboard with solid fill">
              <a:extLst>
                <a:ext uri="{FF2B5EF4-FFF2-40B4-BE49-F238E27FC236}">
                  <a16:creationId xmlns:a16="http://schemas.microsoft.com/office/drawing/2014/main" id="{497BEABE-2B9A-5DB6-F8FF-A12991A4F5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6200000">
              <a:off x="-2463441" y="3278877"/>
              <a:ext cx="914400" cy="914400"/>
            </a:xfrm>
            <a:prstGeom prst="rect">
              <a:avLst/>
            </a:prstGeom>
          </p:spPr>
        </p:pic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D6B0CD05-A3B4-E5F2-41BB-5D27687FF104}"/>
              </a:ext>
            </a:extLst>
          </p:cNvPr>
          <p:cNvSpPr txBox="1"/>
          <p:nvPr/>
        </p:nvSpPr>
        <p:spPr>
          <a:xfrm>
            <a:off x="2192375" y="8560295"/>
            <a:ext cx="11755166" cy="402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SOVRONA (SVRN7) SHARED </a:t>
            </a:r>
            <a:r>
              <a:rPr lang="en-US" sz="2000" b="1" dirty="0">
                <a:solidFill>
                  <a:schemeClr val="tx1"/>
                </a:solidFill>
              </a:rPr>
              <a:t>RESERVE CURRENCY(SRC)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9EA353C-8947-6524-FFAD-1823BABF9938}"/>
              </a:ext>
            </a:extLst>
          </p:cNvPr>
          <p:cNvGrpSpPr/>
          <p:nvPr/>
        </p:nvGrpSpPr>
        <p:grpSpPr>
          <a:xfrm>
            <a:off x="11065412" y="6313863"/>
            <a:ext cx="2599787" cy="2020852"/>
            <a:chOff x="7603704" y="6313863"/>
            <a:chExt cx="2599787" cy="2020852"/>
          </a:xfrm>
        </p:grpSpPr>
        <p:sp>
          <p:nvSpPr>
            <p:cNvPr id="44" name="Cylinder 43">
              <a:extLst>
                <a:ext uri="{FF2B5EF4-FFF2-40B4-BE49-F238E27FC236}">
                  <a16:creationId xmlns:a16="http://schemas.microsoft.com/office/drawing/2014/main" id="{ECAE22B2-3CDD-87B5-D8DF-CD793D2D6B72}"/>
                </a:ext>
              </a:extLst>
            </p:cNvPr>
            <p:cNvSpPr/>
            <p:nvPr/>
          </p:nvSpPr>
          <p:spPr>
            <a:xfrm>
              <a:off x="8201822" y="6313863"/>
              <a:ext cx="1397865" cy="1404293"/>
            </a:xfrm>
            <a:prstGeom prst="can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/>
                <a:t>DID Doc Registry</a:t>
              </a:r>
            </a:p>
            <a:p>
              <a:pPr algn="ctr"/>
              <a:r>
                <a:rPr lang="en-US" sz="2200" b="1" dirty="0"/>
                <a:t>(LiteDB)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5F91598-39AB-3E16-F435-5939451D5CEE}"/>
                </a:ext>
              </a:extLst>
            </p:cNvPr>
            <p:cNvSpPr/>
            <p:nvPr/>
          </p:nvSpPr>
          <p:spPr>
            <a:xfrm>
              <a:off x="7603704" y="7833824"/>
              <a:ext cx="2599787" cy="500891"/>
            </a:xfrm>
            <a:prstGeom prst="rect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/>
                <a:t>DID </a:t>
              </a:r>
              <a:r>
                <a:rPr lang="en-US" sz="2200" b="1"/>
                <a:t>Doc Resolver</a:t>
              </a:r>
              <a:endParaRPr lang="en-US" sz="2200" b="1" dirty="0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13B4986-15BF-55DE-E582-65316C950C4E}"/>
              </a:ext>
            </a:extLst>
          </p:cNvPr>
          <p:cNvGrpSpPr/>
          <p:nvPr/>
        </p:nvGrpSpPr>
        <p:grpSpPr>
          <a:xfrm>
            <a:off x="8374566" y="6325014"/>
            <a:ext cx="2477293" cy="2017732"/>
            <a:chOff x="10114158" y="6313863"/>
            <a:chExt cx="2477293" cy="2017732"/>
          </a:xfrm>
        </p:grpSpPr>
        <p:sp>
          <p:nvSpPr>
            <p:cNvPr id="77" name="Cylinder 76">
              <a:extLst>
                <a:ext uri="{FF2B5EF4-FFF2-40B4-BE49-F238E27FC236}">
                  <a16:creationId xmlns:a16="http://schemas.microsoft.com/office/drawing/2014/main" id="{74284916-0DB6-E894-C878-F729D6268BC6}"/>
                </a:ext>
              </a:extLst>
            </p:cNvPr>
            <p:cNvSpPr/>
            <p:nvPr/>
          </p:nvSpPr>
          <p:spPr>
            <a:xfrm>
              <a:off x="10645307" y="6313863"/>
              <a:ext cx="1397865" cy="1404293"/>
            </a:xfrm>
            <a:prstGeom prst="can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/>
                <a:t>VC Doc</a:t>
              </a:r>
            </a:p>
            <a:p>
              <a:pPr algn="ctr"/>
              <a:r>
                <a:rPr lang="en-US" sz="2200" b="1" dirty="0"/>
                <a:t>Registry</a:t>
              </a:r>
            </a:p>
            <a:p>
              <a:pPr algn="ctr"/>
              <a:r>
                <a:rPr lang="en-US" sz="2200" b="1" dirty="0"/>
                <a:t>(LiteDB)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160787D2-11D2-157D-A96C-0229E1A8995B}"/>
                </a:ext>
              </a:extLst>
            </p:cNvPr>
            <p:cNvSpPr/>
            <p:nvPr/>
          </p:nvSpPr>
          <p:spPr>
            <a:xfrm>
              <a:off x="10114158" y="7830704"/>
              <a:ext cx="2477293" cy="500891"/>
            </a:xfrm>
            <a:prstGeom prst="rect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/>
                <a:t>VC Doc Resolver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778E316-ABD2-9342-5CBE-15A0726B5323}"/>
              </a:ext>
            </a:extLst>
          </p:cNvPr>
          <p:cNvGrpSpPr/>
          <p:nvPr/>
        </p:nvGrpSpPr>
        <p:grpSpPr>
          <a:xfrm>
            <a:off x="8124048" y="2033757"/>
            <a:ext cx="903677" cy="3601281"/>
            <a:chOff x="8085948" y="2033757"/>
            <a:chExt cx="903677" cy="3601281"/>
          </a:xfrm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0920521C-A782-CC3E-DBB6-01B1F0711059}"/>
                </a:ext>
              </a:extLst>
            </p:cNvPr>
            <p:cNvSpPr/>
            <p:nvPr/>
          </p:nvSpPr>
          <p:spPr>
            <a:xfrm>
              <a:off x="8085948" y="2033757"/>
              <a:ext cx="903677" cy="3601281"/>
            </a:xfrm>
            <a:prstGeom prst="roundRect">
              <a:avLst/>
            </a:prstGeom>
            <a:gradFill flip="none" rotWithShape="1">
              <a:gsLst>
                <a:gs pos="0">
                  <a:schemeClr val="accent4">
                    <a:tint val="66000"/>
                    <a:satMod val="160000"/>
                  </a:schemeClr>
                </a:gs>
                <a:gs pos="50000">
                  <a:schemeClr val="accent4">
                    <a:tint val="44500"/>
                    <a:satMod val="160000"/>
                  </a:schemeClr>
                </a:gs>
                <a:gs pos="100000">
                  <a:schemeClr val="accent4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t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DIDComm V2 Messaging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4740EB-0778-5751-BB90-A42EC0BC9A36}"/>
                </a:ext>
              </a:extLst>
            </p:cNvPr>
            <p:cNvGrpSpPr/>
            <p:nvPr/>
          </p:nvGrpSpPr>
          <p:grpSpPr>
            <a:xfrm>
              <a:off x="8585950" y="2491522"/>
              <a:ext cx="369332" cy="1263602"/>
              <a:chOff x="9048585" y="2230780"/>
              <a:chExt cx="369332" cy="1263602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F9107167-860A-1244-41E6-09545D435623}"/>
                  </a:ext>
                </a:extLst>
              </p:cNvPr>
              <p:cNvSpPr/>
              <p:nvPr/>
            </p:nvSpPr>
            <p:spPr>
              <a:xfrm rot="16200000">
                <a:off x="9062020" y="2323143"/>
                <a:ext cx="350982" cy="166255"/>
              </a:xfrm>
              <a:prstGeom prst="round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2EA0BA7-A454-131B-AD52-53742863A2FE}"/>
                  </a:ext>
                </a:extLst>
              </p:cNvPr>
              <p:cNvSpPr txBox="1"/>
              <p:nvPr/>
            </p:nvSpPr>
            <p:spPr>
              <a:xfrm rot="16200000">
                <a:off x="8776662" y="2853127"/>
                <a:ext cx="9131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dirty="0"/>
                  <a:t>Unpack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B8D6B7C3-374A-9651-F9BF-74E53DB3868D}"/>
                </a:ext>
              </a:extLst>
            </p:cNvPr>
            <p:cNvGrpSpPr/>
            <p:nvPr/>
          </p:nvGrpSpPr>
          <p:grpSpPr>
            <a:xfrm>
              <a:off x="8595748" y="3850651"/>
              <a:ext cx="369332" cy="1090809"/>
              <a:chOff x="12521590" y="5444505"/>
              <a:chExt cx="369332" cy="1090809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AA2664DB-EADE-08DA-0CBA-94BD46464A0B}"/>
                  </a:ext>
                </a:extLst>
              </p:cNvPr>
              <p:cNvSpPr/>
              <p:nvPr/>
            </p:nvSpPr>
            <p:spPr>
              <a:xfrm rot="16200000">
                <a:off x="12531600" y="6276695"/>
                <a:ext cx="350982" cy="166255"/>
              </a:xfrm>
              <a:prstGeom prst="round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8F949A9-094C-0523-15F2-72F2D39F8558}"/>
                  </a:ext>
                </a:extLst>
              </p:cNvPr>
              <p:cNvSpPr txBox="1"/>
              <p:nvPr/>
            </p:nvSpPr>
            <p:spPr>
              <a:xfrm rot="16200000">
                <a:off x="12321412" y="5644683"/>
                <a:ext cx="7696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Pack</a:t>
                </a:r>
              </a:p>
            </p:txBody>
          </p:sp>
        </p:grpSp>
      </p:grp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DB692508-29E3-66C7-EF7F-9FEBD4DB2D05}"/>
              </a:ext>
            </a:extLst>
          </p:cNvPr>
          <p:cNvCxnSpPr>
            <a:cxnSpLocks/>
            <a:stCxn id="17" idx="2"/>
            <a:endCxn id="110" idx="0"/>
          </p:cNvCxnSpPr>
          <p:nvPr/>
        </p:nvCxnSpPr>
        <p:spPr>
          <a:xfrm rot="16200000" flipH="1">
            <a:off x="3875783" y="5921723"/>
            <a:ext cx="1755329" cy="551520"/>
          </a:xfrm>
          <a:prstGeom prst="bentConnector2">
            <a:avLst/>
          </a:prstGeom>
          <a:ln w="57150">
            <a:solidFill>
              <a:schemeClr val="accent5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7ED3850F-69E8-9CBB-3CE1-51F08A45F95F}"/>
              </a:ext>
            </a:extLst>
          </p:cNvPr>
          <p:cNvGrpSpPr/>
          <p:nvPr/>
        </p:nvGrpSpPr>
        <p:grpSpPr>
          <a:xfrm>
            <a:off x="5029207" y="6239149"/>
            <a:ext cx="2369214" cy="1671997"/>
            <a:chOff x="5185321" y="6239149"/>
            <a:chExt cx="2369214" cy="1671997"/>
          </a:xfrm>
        </p:grpSpPr>
        <p:sp>
          <p:nvSpPr>
            <p:cNvPr id="8" name="Cylinder 7">
              <a:extLst>
                <a:ext uri="{FF2B5EF4-FFF2-40B4-BE49-F238E27FC236}">
                  <a16:creationId xmlns:a16="http://schemas.microsoft.com/office/drawing/2014/main" id="{51038CF9-3C7B-26A4-CBBE-F6BE43C20B63}"/>
                </a:ext>
              </a:extLst>
            </p:cNvPr>
            <p:cNvSpPr/>
            <p:nvPr/>
          </p:nvSpPr>
          <p:spPr>
            <a:xfrm>
              <a:off x="5836717" y="6313863"/>
              <a:ext cx="1717818" cy="1404293"/>
            </a:xfrm>
            <a:prstGeom prst="can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/>
                <a:t>Long-Term</a:t>
              </a:r>
            </a:p>
            <a:p>
              <a:pPr algn="ctr"/>
              <a:r>
                <a:rPr lang="en-US" sz="2200" b="1" dirty="0"/>
                <a:t>Message Memory</a:t>
              </a:r>
            </a:p>
            <a:p>
              <a:pPr algn="ctr"/>
              <a:r>
                <a:rPr lang="en-US" sz="2200" b="1" dirty="0"/>
                <a:t>(LiteDB)</a:t>
              </a:r>
            </a:p>
          </p:txBody>
        </p:sp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85B57F92-1912-A4E8-1BA5-5127B92E0431}"/>
                </a:ext>
              </a:extLst>
            </p:cNvPr>
            <p:cNvSpPr/>
            <p:nvPr/>
          </p:nvSpPr>
          <p:spPr>
            <a:xfrm rot="16200000">
              <a:off x="4649117" y="6775353"/>
              <a:ext cx="1671997" cy="599590"/>
            </a:xfrm>
            <a:prstGeom prst="roundRect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/>
                <a:t>IMemomy</a:t>
              </a:r>
              <a:r>
                <a:rPr lang="en-US" sz="2200" b="1" dirty="0"/>
                <a:t>-Cache</a:t>
              </a:r>
            </a:p>
          </p:txBody>
        </p:sp>
      </p:grp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BE982D69-CC24-F847-408A-C516F2D036A6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8896104" y="2667013"/>
            <a:ext cx="565396" cy="0"/>
          </a:xfrm>
          <a:prstGeom prst="line">
            <a:avLst/>
          </a:prstGeom>
          <a:ln w="57150">
            <a:solidFill>
              <a:schemeClr val="tx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9BC2B8B4-AA76-DE72-C501-D43A76D8752A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8902477" y="4765969"/>
            <a:ext cx="736823" cy="807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C75FDC2C-0E57-2822-2335-8AEB43594140}"/>
              </a:ext>
            </a:extLst>
          </p:cNvPr>
          <p:cNvCxnSpPr>
            <a:cxnSpLocks/>
            <a:stCxn id="60" idx="2"/>
            <a:endCxn id="13" idx="1"/>
          </p:cNvCxnSpPr>
          <p:nvPr/>
        </p:nvCxnSpPr>
        <p:spPr>
          <a:xfrm rot="5400000" flipH="1">
            <a:off x="7961783" y="-294574"/>
            <a:ext cx="102049" cy="11869466"/>
          </a:xfrm>
          <a:prstGeom prst="bentConnector3">
            <a:avLst>
              <a:gd name="adj1" fmla="val -3198367"/>
            </a:avLst>
          </a:prstGeom>
          <a:ln w="57150">
            <a:solidFill>
              <a:schemeClr val="accent6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ED43C66-68F3-C79C-0402-5191D7BB1926}"/>
              </a:ext>
            </a:extLst>
          </p:cNvPr>
          <p:cNvCxnSpPr>
            <a:cxnSpLocks/>
          </p:cNvCxnSpPr>
          <p:nvPr/>
        </p:nvCxnSpPr>
        <p:spPr>
          <a:xfrm>
            <a:off x="10252831" y="2641612"/>
            <a:ext cx="648452" cy="0"/>
          </a:xfrm>
          <a:prstGeom prst="line">
            <a:avLst/>
          </a:prstGeom>
          <a:ln w="57150">
            <a:solidFill>
              <a:schemeClr val="tx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CCA9EE3-6E5A-0DB1-4EF8-1E79837DA0BF}"/>
              </a:ext>
            </a:extLst>
          </p:cNvPr>
          <p:cNvCxnSpPr>
            <a:cxnSpLocks/>
          </p:cNvCxnSpPr>
          <p:nvPr/>
        </p:nvCxnSpPr>
        <p:spPr>
          <a:xfrm flipV="1">
            <a:off x="10252831" y="4765969"/>
            <a:ext cx="800866" cy="807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D1EDA92-8F04-B1CC-D1C6-8C4F0DA72ECB}"/>
              </a:ext>
            </a:extLst>
          </p:cNvPr>
          <p:cNvCxnSpPr>
            <a:cxnSpLocks/>
          </p:cNvCxnSpPr>
          <p:nvPr/>
        </p:nvCxnSpPr>
        <p:spPr>
          <a:xfrm>
            <a:off x="5697803" y="5167258"/>
            <a:ext cx="2676763" cy="0"/>
          </a:xfrm>
          <a:prstGeom prst="line">
            <a:avLst/>
          </a:prstGeom>
          <a:ln w="57150">
            <a:solidFill>
              <a:schemeClr val="accent5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A262566-D62F-81B1-ADD8-52ED90B38DBD}"/>
              </a:ext>
            </a:extLst>
          </p:cNvPr>
          <p:cNvGrpSpPr/>
          <p:nvPr/>
        </p:nvGrpSpPr>
        <p:grpSpPr>
          <a:xfrm>
            <a:off x="6224875" y="4695781"/>
            <a:ext cx="1596833" cy="751157"/>
            <a:chOff x="6224875" y="4695781"/>
            <a:chExt cx="1596833" cy="751157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E4D5A9C9-FA7A-0005-C071-48AAE600E28F}"/>
                </a:ext>
              </a:extLst>
            </p:cNvPr>
            <p:cNvSpPr/>
            <p:nvPr/>
          </p:nvSpPr>
          <p:spPr>
            <a:xfrm>
              <a:off x="6224875" y="4695781"/>
              <a:ext cx="1596833" cy="751157"/>
            </a:xfrm>
            <a:prstGeom prst="roundRect">
              <a:avLst>
                <a:gd name="adj" fmla="val 10037"/>
              </a:avLst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Agent N</a:t>
              </a:r>
            </a:p>
          </p:txBody>
        </p:sp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12418CBA-3BAA-ED5C-B3EB-397BF182D4A8}"/>
                </a:ext>
              </a:extLst>
            </p:cNvPr>
            <p:cNvSpPr/>
            <p:nvPr/>
          </p:nvSpPr>
          <p:spPr>
            <a:xfrm>
              <a:off x="6320059" y="5087715"/>
              <a:ext cx="1406464" cy="252477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Trading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8039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390F2-8EBD-9CFE-6D8A-211DFAC74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563CE4B2-709A-55DC-0314-6A18EEBFAAC9}"/>
              </a:ext>
            </a:extLst>
          </p:cNvPr>
          <p:cNvGrpSpPr/>
          <p:nvPr/>
        </p:nvGrpSpPr>
        <p:grpSpPr>
          <a:xfrm>
            <a:off x="687269" y="1525198"/>
            <a:ext cx="1775667" cy="4206340"/>
            <a:chOff x="801569" y="1525198"/>
            <a:chExt cx="1775667" cy="420634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B473779-6F21-6F58-7D28-03B57659B8F7}"/>
                </a:ext>
              </a:extLst>
            </p:cNvPr>
            <p:cNvSpPr/>
            <p:nvPr/>
          </p:nvSpPr>
          <p:spPr>
            <a:xfrm>
              <a:off x="801569" y="1525198"/>
              <a:ext cx="1775667" cy="4206340"/>
            </a:xfrm>
            <a:prstGeom prst="roundRect">
              <a:avLst>
                <a:gd name="adj" fmla="val 6979"/>
              </a:avLst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t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Loadable Object </a:t>
              </a:r>
              <a:br>
                <a:rPr lang="en-US" sz="2200" b="1" dirty="0">
                  <a:solidFill>
                    <a:schemeClr val="tx1"/>
                  </a:solidFill>
                </a:rPr>
              </a:br>
              <a:r>
                <a:rPr lang="en-US" sz="2200" b="1" dirty="0">
                  <a:solidFill>
                    <a:schemeClr val="tx1"/>
                  </a:solidFill>
                </a:rPr>
                <a:t>Brain Extensions </a:t>
              </a:r>
              <a:br>
                <a:rPr lang="en-US" sz="2200" b="1" dirty="0">
                  <a:solidFill>
                    <a:schemeClr val="tx1"/>
                  </a:solidFill>
                </a:rPr>
              </a:br>
              <a:r>
                <a:rPr lang="en-US" sz="2200" b="1" dirty="0">
                  <a:solidFill>
                    <a:schemeClr val="tx1"/>
                  </a:solidFill>
                </a:rPr>
                <a:t>(PowerShell Modules)</a:t>
              </a: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12D4C5FE-4D7E-DBF5-F40E-5E7422A6516A}"/>
                </a:ext>
              </a:extLst>
            </p:cNvPr>
            <p:cNvGrpSpPr/>
            <p:nvPr/>
          </p:nvGrpSpPr>
          <p:grpSpPr>
            <a:xfrm>
              <a:off x="1979862" y="1706196"/>
              <a:ext cx="425026" cy="3882938"/>
              <a:chOff x="1979862" y="1628139"/>
              <a:chExt cx="425026" cy="3882938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6E3BEAF5-749F-5C16-9AAC-0F4320570420}"/>
                  </a:ext>
                </a:extLst>
              </p:cNvPr>
              <p:cNvSpPr/>
              <p:nvPr/>
            </p:nvSpPr>
            <p:spPr>
              <a:xfrm rot="16200000">
                <a:off x="1291034" y="4397224"/>
                <a:ext cx="1802681" cy="425025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SVRN7 LOBE</a:t>
                </a:r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F46D1377-AC24-4876-EABA-C071E785FBC6}"/>
                  </a:ext>
                </a:extLst>
              </p:cNvPr>
              <p:cNvSpPr/>
              <p:nvPr/>
            </p:nvSpPr>
            <p:spPr>
              <a:xfrm rot="16200000">
                <a:off x="1963013" y="3133777"/>
                <a:ext cx="458725" cy="425025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…</a:t>
                </a:r>
              </a:p>
            </p:txBody>
          </p:sp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C66C71D0-BB69-EA5F-6E44-232760508FA1}"/>
                  </a:ext>
                </a:extLst>
              </p:cNvPr>
              <p:cNvSpPr/>
              <p:nvPr/>
            </p:nvSpPr>
            <p:spPr>
              <a:xfrm rot="16200000">
                <a:off x="1511006" y="2096995"/>
                <a:ext cx="1362738" cy="425025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UX LOBE</a:t>
                </a:r>
              </a:p>
            </p:txBody>
          </p:sp>
        </p:grp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2F58C40-0FB6-A131-8C48-D208E09FD14C}"/>
              </a:ext>
            </a:extLst>
          </p:cNvPr>
          <p:cNvCxnSpPr>
            <a:cxnSpLocks/>
            <a:stCxn id="90" idx="3"/>
          </p:cNvCxnSpPr>
          <p:nvPr/>
        </p:nvCxnSpPr>
        <p:spPr>
          <a:xfrm>
            <a:off x="-114011" y="3247022"/>
            <a:ext cx="930600" cy="0"/>
          </a:xfrm>
          <a:prstGeom prst="line">
            <a:avLst/>
          </a:prstGeom>
          <a:ln w="571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AFEA39AD-EC6D-EE1D-9718-533ADBE0963E}"/>
              </a:ext>
            </a:extLst>
          </p:cNvPr>
          <p:cNvCxnSpPr>
            <a:cxnSpLocks/>
            <a:stCxn id="91" idx="3"/>
          </p:cNvCxnSpPr>
          <p:nvPr/>
        </p:nvCxnSpPr>
        <p:spPr>
          <a:xfrm>
            <a:off x="-106574" y="4163896"/>
            <a:ext cx="905739" cy="0"/>
          </a:xfrm>
          <a:prstGeom prst="line">
            <a:avLst/>
          </a:prstGeom>
          <a:ln w="571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Arrow: Up-Down 62">
            <a:extLst>
              <a:ext uri="{FF2B5EF4-FFF2-40B4-BE49-F238E27FC236}">
                <a16:creationId xmlns:a16="http://schemas.microsoft.com/office/drawing/2014/main" id="{2049DE4C-1A3B-DD73-DA17-1D2155FEEA45}"/>
              </a:ext>
            </a:extLst>
          </p:cNvPr>
          <p:cNvSpPr/>
          <p:nvPr/>
        </p:nvSpPr>
        <p:spPr>
          <a:xfrm>
            <a:off x="12351471" y="769424"/>
            <a:ext cx="3477844" cy="5636571"/>
          </a:xfrm>
          <a:prstGeom prst="upDownArrow">
            <a:avLst>
              <a:gd name="adj1" fmla="val 64745"/>
              <a:gd name="adj2" fmla="val 16527"/>
            </a:avLst>
          </a:prstGeom>
          <a:solidFill>
            <a:srgbClr val="0068A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en-US" sz="2400" b="1" dirty="0"/>
              <a:t>Verifiable Trust Circles (VTC7)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41B3FF-1544-6046-4598-668216776B3F}"/>
              </a:ext>
            </a:extLst>
          </p:cNvPr>
          <p:cNvSpPr txBox="1"/>
          <p:nvPr/>
        </p:nvSpPr>
        <p:spPr>
          <a:xfrm>
            <a:off x="-2832100" y="14296"/>
            <a:ext cx="177758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Koblenz Serial" panose="02000000000000000000" pitchFamily="50" charset="0"/>
                <a:cs typeface="Cascadia Code" panose="020B0609020000020004" pitchFamily="49" charset="0"/>
              </a:rPr>
              <a:t>Web 7.0™ Decentralized System Architecture (DSA) 0.19 Epoch 0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  <a:latin typeface="Koblenz Serial" panose="02000000000000000000" pitchFamily="50" charset="0"/>
                <a:cs typeface="Cascadia Code" panose="020B0609020000020004" pitchFamily="49" charset="0"/>
              </a:rPr>
              <a:t>Secure, Trusted, DID-native, DIDComm-native Web 7.0 DIDLibOS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9811C4C-9FB2-A887-F500-09B6181D1FA5}"/>
              </a:ext>
            </a:extLst>
          </p:cNvPr>
          <p:cNvSpPr/>
          <p:nvPr/>
        </p:nvSpPr>
        <p:spPr>
          <a:xfrm>
            <a:off x="11597066" y="1513718"/>
            <a:ext cx="926928" cy="4194960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INTERNET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2E7A220-2809-2665-383B-DF69D68CCA34}"/>
              </a:ext>
            </a:extLst>
          </p:cNvPr>
          <p:cNvSpPr/>
          <p:nvPr/>
        </p:nvSpPr>
        <p:spPr>
          <a:xfrm>
            <a:off x="2604423" y="1525198"/>
            <a:ext cx="7926386" cy="4229100"/>
          </a:xfrm>
          <a:prstGeom prst="roundRect">
            <a:avLst>
              <a:gd name="adj" fmla="val 3925"/>
            </a:avLst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Citizen/Society Trusted Digital Assistant (Host) (Citizen/Society TDA)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(PS Host web7tda.exe)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1652E57-9B68-25D6-6BB7-30D029A75073}"/>
              </a:ext>
            </a:extLst>
          </p:cNvPr>
          <p:cNvSpPr/>
          <p:nvPr/>
        </p:nvSpPr>
        <p:spPr>
          <a:xfrm>
            <a:off x="9217451" y="2033757"/>
            <a:ext cx="1194872" cy="3601281"/>
          </a:xfrm>
          <a:prstGeom prst="round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HTTP Listener/Sender</a:t>
            </a:r>
          </a:p>
          <a:p>
            <a:pPr algn="ctr"/>
            <a:r>
              <a:rPr lang="en-US" sz="2200" b="1" dirty="0">
                <a:solidFill>
                  <a:schemeClr val="tx1"/>
                </a:solidFill>
              </a:rPr>
              <a:t>(</a:t>
            </a:r>
            <a:r>
              <a:rPr lang="en-US" sz="2200" b="1" dirty="0" err="1">
                <a:solidFill>
                  <a:schemeClr val="tx1"/>
                </a:solidFill>
              </a:rPr>
              <a:t>HTTPClient</a:t>
            </a:r>
            <a:r>
              <a:rPr lang="en-US" sz="2200" b="1" dirty="0">
                <a:solidFill>
                  <a:schemeClr val="tx1"/>
                </a:solidFill>
              </a:rPr>
              <a:t>)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834EAA5-9278-9E85-B03E-8585AB37E619}"/>
              </a:ext>
            </a:extLst>
          </p:cNvPr>
          <p:cNvGrpSpPr/>
          <p:nvPr/>
        </p:nvGrpSpPr>
        <p:grpSpPr>
          <a:xfrm rot="16200000">
            <a:off x="10233196" y="5255676"/>
            <a:ext cx="2326135" cy="1159674"/>
            <a:chOff x="216910" y="5104981"/>
            <a:chExt cx="2326135" cy="115967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A049F1D-E525-DF81-F5BB-876E6B2903C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859434" y="5684818"/>
              <a:ext cx="1159674" cy="0"/>
            </a:xfrm>
            <a:prstGeom prst="line">
              <a:avLst/>
            </a:prstGeom>
            <a:ln w="571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A91F607-B139-9CFB-A9CE-DBBFD46DDBEA}"/>
                </a:ext>
              </a:extLst>
            </p:cNvPr>
            <p:cNvSpPr txBox="1"/>
            <p:nvPr/>
          </p:nvSpPr>
          <p:spPr>
            <a:xfrm>
              <a:off x="216910" y="5480298"/>
              <a:ext cx="23261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Outbound Processing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842631E-5210-DA09-6D94-212C6637541C}"/>
              </a:ext>
            </a:extLst>
          </p:cNvPr>
          <p:cNvGrpSpPr/>
          <p:nvPr/>
        </p:nvGrpSpPr>
        <p:grpSpPr>
          <a:xfrm rot="16200000">
            <a:off x="10314840" y="1166813"/>
            <a:ext cx="2159640" cy="789957"/>
            <a:chOff x="4262727" y="5325490"/>
            <a:chExt cx="2159640" cy="78995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167A92E-7380-C9A8-F879-E5D4DD8AB2F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867748" y="5720469"/>
              <a:ext cx="789957" cy="0"/>
            </a:xfrm>
            <a:prstGeom prst="line">
              <a:avLst/>
            </a:prstGeom>
            <a:ln w="57150">
              <a:solidFill>
                <a:schemeClr val="tx1"/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B078B4C-3E59-6379-FFDA-36D57F344ECD}"/>
                </a:ext>
              </a:extLst>
            </p:cNvPr>
            <p:cNvSpPr txBox="1"/>
            <p:nvPr/>
          </p:nvSpPr>
          <p:spPr>
            <a:xfrm>
              <a:off x="4264190" y="5514918"/>
              <a:ext cx="21581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Inbound Processing</a:t>
              </a:r>
            </a:p>
          </p:txBody>
        </p: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CC7E215-C45E-9C63-BF45-89F23A91314A}"/>
              </a:ext>
            </a:extLst>
          </p:cNvPr>
          <p:cNvSpPr/>
          <p:nvPr/>
        </p:nvSpPr>
        <p:spPr>
          <a:xfrm>
            <a:off x="10651692" y="1525098"/>
            <a:ext cx="522888" cy="4229098"/>
          </a:xfrm>
          <a:prstGeom prst="round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REST</a:t>
            </a:r>
            <a:r>
              <a:rPr lang="en-US" sz="2200" b="1">
                <a:solidFill>
                  <a:schemeClr val="tx1"/>
                </a:solidFill>
              </a:rPr>
              <a:t>/HTTP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CD4D6-E4DA-2565-A96D-AEB98A3B60B9}"/>
              </a:ext>
            </a:extLst>
          </p:cNvPr>
          <p:cNvSpPr txBox="1"/>
          <p:nvPr/>
        </p:nvSpPr>
        <p:spPr>
          <a:xfrm>
            <a:off x="1650047" y="9345268"/>
            <a:ext cx="13208486" cy="424773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algn="ctr"/>
            <a:r>
              <a:rPr lang="en-US" sz="1600" b="0" i="0" dirty="0">
                <a:effectLst/>
              </a:rPr>
              <a:t>Copyright © </a:t>
            </a:r>
            <a:r>
              <a:rPr lang="en-US" sz="1600" dirty="0"/>
              <a:t>2026</a:t>
            </a:r>
            <a:r>
              <a:rPr lang="en-US" sz="1600" b="0" i="0" dirty="0">
                <a:effectLst/>
              </a:rPr>
              <a:t> Michael Herman (Alberta, Canada) – TDW</a:t>
            </a:r>
            <a:r>
              <a:rPr lang="en-US" sz="1600" dirty="0"/>
              <a:t>™ – </a:t>
            </a:r>
            <a:r>
              <a:rPr lang="en-US" sz="1600" b="0" i="0" dirty="0">
                <a:effectLst/>
              </a:rPr>
              <a:t>Creative Commons Attribution-ShareAlike 4.0 International Public License</a:t>
            </a:r>
            <a:endParaRPr lang="en-US" sz="16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46720B9-D62B-2BEA-016F-6E7F0061CC6D}"/>
              </a:ext>
            </a:extLst>
          </p:cNvPr>
          <p:cNvSpPr/>
          <p:nvPr/>
        </p:nvSpPr>
        <p:spPr>
          <a:xfrm>
            <a:off x="2746930" y="2363087"/>
            <a:ext cx="5216255" cy="3271951"/>
          </a:xfrm>
          <a:prstGeom prst="roundRect">
            <a:avLst>
              <a:gd name="adj" fmla="val 4603"/>
            </a:avLst>
          </a:prstGeom>
          <a:solidFill>
            <a:schemeClr val="bg2">
              <a:lumMod val="75000"/>
            </a:schemeClr>
          </a:solidFill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PowerShell Runspace Pool</a:t>
            </a: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FE06F8AA-5B07-356D-196B-94AC86271517}"/>
              </a:ext>
            </a:extLst>
          </p:cNvPr>
          <p:cNvGrpSpPr/>
          <p:nvPr/>
        </p:nvGrpSpPr>
        <p:grpSpPr>
          <a:xfrm>
            <a:off x="-1305816" y="1359998"/>
            <a:ext cx="1368000" cy="1368000"/>
            <a:chOff x="-1305816" y="1461598"/>
            <a:chExt cx="1368000" cy="1368000"/>
          </a:xfrm>
        </p:grpSpPr>
        <p:pic>
          <p:nvPicPr>
            <p:cNvPr id="4" name="Graphic 3" descr="Smart Phone with solid fill">
              <a:extLst>
                <a:ext uri="{FF2B5EF4-FFF2-40B4-BE49-F238E27FC236}">
                  <a16:creationId xmlns:a16="http://schemas.microsoft.com/office/drawing/2014/main" id="{415B335B-015F-68AF-D2A8-5FB57DC587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305816" y="1461598"/>
              <a:ext cx="1368000" cy="136800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0F1AD9C-6E50-7B18-021F-4D0148794D0D}"/>
                </a:ext>
              </a:extLst>
            </p:cNvPr>
            <p:cNvSpPr txBox="1"/>
            <p:nvPr/>
          </p:nvSpPr>
          <p:spPr>
            <a:xfrm>
              <a:off x="-957720" y="1710882"/>
              <a:ext cx="677108" cy="848950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pPr algn="ctr"/>
              <a:r>
                <a:rPr lang="en-US" sz="1600" b="1" dirty="0"/>
                <a:t>UX/GR/</a:t>
              </a:r>
            </a:p>
            <a:p>
              <a:pPr algn="ctr"/>
              <a:r>
                <a:rPr lang="en-US" sz="1600" b="1" dirty="0"/>
                <a:t>HTML</a:t>
              </a:r>
            </a:p>
          </p:txBody>
        </p:sp>
      </p:grpSp>
      <p:sp>
        <p:nvSpPr>
          <p:cNvPr id="41" name="Oval 40">
            <a:extLst>
              <a:ext uri="{FF2B5EF4-FFF2-40B4-BE49-F238E27FC236}">
                <a16:creationId xmlns:a16="http://schemas.microsoft.com/office/drawing/2014/main" id="{D4517FDB-77D6-CD22-8127-BDFF1FF05909}"/>
              </a:ext>
            </a:extLst>
          </p:cNvPr>
          <p:cNvSpPr/>
          <p:nvPr/>
        </p:nvSpPr>
        <p:spPr>
          <a:xfrm>
            <a:off x="-834690" y="5177263"/>
            <a:ext cx="468000" cy="468000"/>
          </a:xfrm>
          <a:prstGeom prst="ellipse">
            <a:avLst/>
          </a:prstGeom>
          <a:solidFill>
            <a:srgbClr val="E9E7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39098238-BD54-67D6-B911-1986EEBBE6B0}"/>
              </a:ext>
            </a:extLst>
          </p:cNvPr>
          <p:cNvGrpSpPr/>
          <p:nvPr/>
        </p:nvGrpSpPr>
        <p:grpSpPr>
          <a:xfrm>
            <a:off x="-1161816" y="4777063"/>
            <a:ext cx="1080000" cy="1080000"/>
            <a:chOff x="-1161816" y="4853263"/>
            <a:chExt cx="1080000" cy="1080000"/>
          </a:xfrm>
        </p:grpSpPr>
        <p:pic>
          <p:nvPicPr>
            <p:cNvPr id="35" name="Graphic 34" descr="Watch with solid fill">
              <a:extLst>
                <a:ext uri="{FF2B5EF4-FFF2-40B4-BE49-F238E27FC236}">
                  <a16:creationId xmlns:a16="http://schemas.microsoft.com/office/drawing/2014/main" id="{FF0DF317-65C5-0705-ED70-C067E14E16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1161816" y="4853263"/>
              <a:ext cx="1080000" cy="10800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D199BD4-36C0-1E6C-0E7F-000C71909BB1}"/>
                </a:ext>
              </a:extLst>
            </p:cNvPr>
            <p:cNvSpPr txBox="1"/>
            <p:nvPr/>
          </p:nvSpPr>
          <p:spPr>
            <a:xfrm>
              <a:off x="-886273" y="5197938"/>
              <a:ext cx="5629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UX</a:t>
              </a: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4427B1-F161-57A4-6EE2-6452F85A5539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-280612" y="2033757"/>
            <a:ext cx="2221850" cy="0"/>
          </a:xfrm>
          <a:prstGeom prst="line">
            <a:avLst/>
          </a:prstGeom>
          <a:ln w="571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2EFC723-7336-F1B5-4120-C1F0414BF11F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-323298" y="5306404"/>
            <a:ext cx="1122463" cy="0"/>
          </a:xfrm>
          <a:prstGeom prst="line">
            <a:avLst/>
          </a:prstGeom>
          <a:ln w="571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618059A-0C0C-AA9D-9247-4AA606CFFCA0}"/>
              </a:ext>
            </a:extLst>
          </p:cNvPr>
          <p:cNvSpPr/>
          <p:nvPr/>
        </p:nvSpPr>
        <p:spPr>
          <a:xfrm>
            <a:off x="149776" y="1885832"/>
            <a:ext cx="409821" cy="3822846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Internet/LAN/P2P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2368C19-A965-40D1-C0F8-5E2480DA75B8}"/>
              </a:ext>
            </a:extLst>
          </p:cNvPr>
          <p:cNvGrpSpPr/>
          <p:nvPr/>
        </p:nvGrpSpPr>
        <p:grpSpPr>
          <a:xfrm>
            <a:off x="13264604" y="1491430"/>
            <a:ext cx="1365873" cy="4199753"/>
            <a:chOff x="12829716" y="1234962"/>
            <a:chExt cx="1365873" cy="4199753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C2493B73-C332-D517-75DA-86DFCD23BF27}"/>
                </a:ext>
              </a:extLst>
            </p:cNvPr>
            <p:cNvSpPr/>
            <p:nvPr/>
          </p:nvSpPr>
          <p:spPr>
            <a:xfrm>
              <a:off x="12829716" y="1234962"/>
              <a:ext cx="1365873" cy="717668"/>
            </a:xfrm>
            <a:prstGeom prst="roundRect">
              <a:avLst>
                <a:gd name="adj" fmla="val 3925"/>
              </a:avLst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Citizen</a:t>
              </a:r>
            </a:p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TDA</a:t>
              </a: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C0978A06-E0F8-03A0-702B-7B2D7A86B010}"/>
                </a:ext>
              </a:extLst>
            </p:cNvPr>
            <p:cNvSpPr/>
            <p:nvPr/>
          </p:nvSpPr>
          <p:spPr>
            <a:xfrm>
              <a:off x="12829717" y="2106619"/>
              <a:ext cx="1365872" cy="716532"/>
            </a:xfrm>
            <a:prstGeom prst="roundRect">
              <a:avLst>
                <a:gd name="adj" fmla="val 3925"/>
              </a:avLst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Citizen</a:t>
              </a:r>
            </a:p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TDA</a:t>
              </a: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1A05726C-4FAD-E2BB-220E-6F5D2A66EDC0}"/>
                </a:ext>
              </a:extLst>
            </p:cNvPr>
            <p:cNvSpPr/>
            <p:nvPr/>
          </p:nvSpPr>
          <p:spPr>
            <a:xfrm>
              <a:off x="12829717" y="2977140"/>
              <a:ext cx="1365872" cy="716532"/>
            </a:xfrm>
            <a:prstGeom prst="roundRect">
              <a:avLst>
                <a:gd name="adj" fmla="val 3925"/>
              </a:avLst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7B4B1C37-51FF-1256-E1BA-E62990DEB492}"/>
                </a:ext>
              </a:extLst>
            </p:cNvPr>
            <p:cNvSpPr/>
            <p:nvPr/>
          </p:nvSpPr>
          <p:spPr>
            <a:xfrm>
              <a:off x="12829717" y="4718183"/>
              <a:ext cx="1365872" cy="716532"/>
            </a:xfrm>
            <a:prstGeom prst="roundRect">
              <a:avLst>
                <a:gd name="adj" fmla="val 3925"/>
              </a:avLst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Citizen</a:t>
              </a:r>
            </a:p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TDA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35B63D79-096A-4AC0-14AA-5E250EAFF2B3}"/>
                </a:ext>
              </a:extLst>
            </p:cNvPr>
            <p:cNvSpPr/>
            <p:nvPr/>
          </p:nvSpPr>
          <p:spPr>
            <a:xfrm>
              <a:off x="12829717" y="3847661"/>
              <a:ext cx="1365872" cy="716532"/>
            </a:xfrm>
            <a:prstGeom prst="roundRect">
              <a:avLst>
                <a:gd name="adj" fmla="val 3925"/>
              </a:avLst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Citizen</a:t>
              </a:r>
            </a:p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TDA</a:t>
              </a:r>
            </a:p>
          </p:txBody>
        </p: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6D6D1EB-B1D7-F24E-1509-334A26A89063}"/>
              </a:ext>
            </a:extLst>
          </p:cNvPr>
          <p:cNvCxnSpPr>
            <a:cxnSpLocks/>
          </p:cNvCxnSpPr>
          <p:nvPr/>
        </p:nvCxnSpPr>
        <p:spPr>
          <a:xfrm flipV="1">
            <a:off x="12521590" y="3591874"/>
            <a:ext cx="740611" cy="19324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991277E-05A9-6204-D47D-FC8A1937F7B5}"/>
              </a:ext>
            </a:extLst>
          </p:cNvPr>
          <p:cNvCxnSpPr>
            <a:cxnSpLocks/>
          </p:cNvCxnSpPr>
          <p:nvPr/>
        </p:nvCxnSpPr>
        <p:spPr>
          <a:xfrm flipV="1">
            <a:off x="12521590" y="2687949"/>
            <a:ext cx="740611" cy="19324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C5ABE42-C3F7-1B00-25EB-7543BE8F3A6B}"/>
              </a:ext>
            </a:extLst>
          </p:cNvPr>
          <p:cNvCxnSpPr>
            <a:cxnSpLocks/>
          </p:cNvCxnSpPr>
          <p:nvPr/>
        </p:nvCxnSpPr>
        <p:spPr>
          <a:xfrm flipV="1">
            <a:off x="12521590" y="5353272"/>
            <a:ext cx="740611" cy="19324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C972833-42D0-B2F7-BA73-4B61BCCB35F4}"/>
              </a:ext>
            </a:extLst>
          </p:cNvPr>
          <p:cNvCxnSpPr>
            <a:cxnSpLocks/>
          </p:cNvCxnSpPr>
          <p:nvPr/>
        </p:nvCxnSpPr>
        <p:spPr>
          <a:xfrm flipV="1">
            <a:off x="12521590" y="4435662"/>
            <a:ext cx="740611" cy="19324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C714244-1ACD-F8BE-FC4A-DB1FF1314C45}"/>
              </a:ext>
            </a:extLst>
          </p:cNvPr>
          <p:cNvCxnSpPr>
            <a:cxnSpLocks/>
          </p:cNvCxnSpPr>
          <p:nvPr/>
        </p:nvCxnSpPr>
        <p:spPr>
          <a:xfrm flipV="1">
            <a:off x="12521590" y="1885832"/>
            <a:ext cx="740611" cy="19324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BE8E9F78-23A9-7AC2-E17C-566272EA0A9B}"/>
              </a:ext>
            </a:extLst>
          </p:cNvPr>
          <p:cNvGrpSpPr/>
          <p:nvPr/>
        </p:nvGrpSpPr>
        <p:grpSpPr>
          <a:xfrm>
            <a:off x="-1305816" y="2563218"/>
            <a:ext cx="1368000" cy="1368000"/>
            <a:chOff x="-1305816" y="2563218"/>
            <a:chExt cx="1368000" cy="1368000"/>
          </a:xfrm>
        </p:grpSpPr>
        <p:pic>
          <p:nvPicPr>
            <p:cNvPr id="19" name="Graphic 18" descr="Tablet with solid fill">
              <a:extLst>
                <a:ext uri="{FF2B5EF4-FFF2-40B4-BE49-F238E27FC236}">
                  <a16:creationId xmlns:a16="http://schemas.microsoft.com/office/drawing/2014/main" id="{B2774AC3-2DCF-4BA3-7468-2E164676DB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1305816" y="2563218"/>
              <a:ext cx="1368000" cy="1368000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E0BE898-7CE6-99B7-F1CF-94C994C37476}"/>
                </a:ext>
              </a:extLst>
            </p:cNvPr>
            <p:cNvSpPr txBox="1"/>
            <p:nvPr/>
          </p:nvSpPr>
          <p:spPr>
            <a:xfrm>
              <a:off x="-1132719" y="2954634"/>
              <a:ext cx="10187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UX/GR/</a:t>
              </a:r>
            </a:p>
            <a:p>
              <a:pPr algn="ctr"/>
              <a:r>
                <a:rPr lang="en-US" sz="1600" b="1" dirty="0"/>
                <a:t>HTML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4575CE18-B19D-CEAF-7CC6-00DBA1AD29E6}"/>
              </a:ext>
            </a:extLst>
          </p:cNvPr>
          <p:cNvGrpSpPr/>
          <p:nvPr/>
        </p:nvGrpSpPr>
        <p:grpSpPr>
          <a:xfrm>
            <a:off x="-1305816" y="3562041"/>
            <a:ext cx="1368000" cy="1368000"/>
            <a:chOff x="-1305816" y="3625541"/>
            <a:chExt cx="1368000" cy="1368000"/>
          </a:xfrm>
        </p:grpSpPr>
        <p:pic>
          <p:nvPicPr>
            <p:cNvPr id="31" name="Graphic 30" descr="Laptop with solid fill">
              <a:extLst>
                <a:ext uri="{FF2B5EF4-FFF2-40B4-BE49-F238E27FC236}">
                  <a16:creationId xmlns:a16="http://schemas.microsoft.com/office/drawing/2014/main" id="{AC781B06-98B1-D904-37EC-BEABC37EAD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1305816" y="3625541"/>
              <a:ext cx="1368000" cy="1368000"/>
            </a:xfrm>
            <a:prstGeom prst="rect">
              <a:avLst/>
            </a:prstGeom>
          </p:spPr>
        </p:pic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A8CEDEF-EDB1-5F37-D316-FF35841E1DBE}"/>
                </a:ext>
              </a:extLst>
            </p:cNvPr>
            <p:cNvSpPr txBox="1"/>
            <p:nvPr/>
          </p:nvSpPr>
          <p:spPr>
            <a:xfrm>
              <a:off x="-1125282" y="3935008"/>
              <a:ext cx="10187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UX/GR/</a:t>
              </a:r>
            </a:p>
            <a:p>
              <a:pPr algn="ctr"/>
              <a:r>
                <a:rPr lang="en-US" sz="1600" b="1" dirty="0"/>
                <a:t>HTML</a:t>
              </a:r>
            </a:p>
          </p:txBody>
        </p:sp>
      </p:grp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A56BCB86-8ACE-0F68-3D32-0EE762FB654A}"/>
              </a:ext>
            </a:extLst>
          </p:cNvPr>
          <p:cNvSpPr/>
          <p:nvPr/>
        </p:nvSpPr>
        <p:spPr>
          <a:xfrm rot="16200000">
            <a:off x="12671000" y="1823138"/>
            <a:ext cx="350982" cy="166255"/>
          </a:xfrm>
          <a:prstGeom prst="round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DFECA10E-2FB3-2687-9DCC-BF69A81A6AB6}"/>
              </a:ext>
            </a:extLst>
          </p:cNvPr>
          <p:cNvSpPr/>
          <p:nvPr/>
        </p:nvSpPr>
        <p:spPr>
          <a:xfrm rot="16200000">
            <a:off x="12671000" y="2611544"/>
            <a:ext cx="350982" cy="166255"/>
          </a:xfrm>
          <a:prstGeom prst="round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CDD60815-9EEB-FB39-9336-706C5FDAEEFF}"/>
              </a:ext>
            </a:extLst>
          </p:cNvPr>
          <p:cNvSpPr/>
          <p:nvPr/>
        </p:nvSpPr>
        <p:spPr>
          <a:xfrm rot="16200000">
            <a:off x="12671000" y="3521363"/>
            <a:ext cx="350982" cy="166255"/>
          </a:xfrm>
          <a:prstGeom prst="round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E841A69A-AABA-D12B-186A-F9BFBE0902D5}"/>
              </a:ext>
            </a:extLst>
          </p:cNvPr>
          <p:cNvSpPr/>
          <p:nvPr/>
        </p:nvSpPr>
        <p:spPr>
          <a:xfrm rot="16200000">
            <a:off x="12671000" y="4373732"/>
            <a:ext cx="350982" cy="166255"/>
          </a:xfrm>
          <a:prstGeom prst="round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9B756BFA-B9C1-FB5C-CD89-7A1A358A07DE}"/>
              </a:ext>
            </a:extLst>
          </p:cNvPr>
          <p:cNvSpPr/>
          <p:nvPr/>
        </p:nvSpPr>
        <p:spPr>
          <a:xfrm rot="16200000">
            <a:off x="12671000" y="5295923"/>
            <a:ext cx="350982" cy="166255"/>
          </a:xfrm>
          <a:prstGeom prst="round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7C0694CB-8E98-C9C1-4732-3F6827F7E7E7}"/>
              </a:ext>
            </a:extLst>
          </p:cNvPr>
          <p:cNvGrpSpPr/>
          <p:nvPr/>
        </p:nvGrpSpPr>
        <p:grpSpPr>
          <a:xfrm>
            <a:off x="-2463441" y="1436197"/>
            <a:ext cx="1194367" cy="4621701"/>
            <a:chOff x="-2463441" y="1436197"/>
            <a:chExt cx="1194367" cy="462170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8959090-B39B-2513-9812-CB944C17E535}"/>
                </a:ext>
              </a:extLst>
            </p:cNvPr>
            <p:cNvSpPr txBox="1"/>
            <p:nvPr/>
          </p:nvSpPr>
          <p:spPr>
            <a:xfrm rot="16200000">
              <a:off x="-3849229" y="3477743"/>
              <a:ext cx="4621701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Command Li</a:t>
              </a:r>
              <a:r>
                <a:rPr lang="en-US" b="1" dirty="0">
                  <a:solidFill>
                    <a:schemeClr val="tx1"/>
                  </a:solidFill>
                </a:rPr>
                <a:t>ne/Touch Interfaces (CLTIs)</a:t>
              </a:r>
            </a:p>
            <a:p>
              <a:pPr algn="ctr"/>
              <a:r>
                <a:rPr lang="en-US" sz="1100" b="1" dirty="0"/>
                <a:t>(Windows, Linux Android, iOS, </a:t>
              </a:r>
              <a:r>
                <a:rPr lang="en-US" sz="1100" b="1" dirty="0" err="1"/>
                <a:t>FireOS</a:t>
              </a:r>
              <a:r>
                <a:rPr lang="en-US" sz="1100" b="1" dirty="0"/>
                <a:t>)</a:t>
              </a:r>
              <a:endParaRPr lang="en-US" sz="1100" b="1" dirty="0">
                <a:solidFill>
                  <a:schemeClr val="tx1"/>
                </a:solidFill>
              </a:endParaRPr>
            </a:p>
          </p:txBody>
        </p:sp>
        <p:pic>
          <p:nvPicPr>
            <p:cNvPr id="88" name="Graphic 87" descr="Keyboard with solid fill">
              <a:extLst>
                <a:ext uri="{FF2B5EF4-FFF2-40B4-BE49-F238E27FC236}">
                  <a16:creationId xmlns:a16="http://schemas.microsoft.com/office/drawing/2014/main" id="{D16F4C5C-C32F-13AE-60D7-3E9C163D2D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6200000">
              <a:off x="-2463441" y="3278877"/>
              <a:ext cx="914400" cy="914400"/>
            </a:xfrm>
            <a:prstGeom prst="rect">
              <a:avLst/>
            </a:prstGeom>
          </p:spPr>
        </p:pic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50F9AA67-8916-C121-7CF9-BE127205D748}"/>
              </a:ext>
            </a:extLst>
          </p:cNvPr>
          <p:cNvSpPr txBox="1"/>
          <p:nvPr/>
        </p:nvSpPr>
        <p:spPr>
          <a:xfrm>
            <a:off x="2141575" y="8522195"/>
            <a:ext cx="11755166" cy="402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SOVRONA (SVRN7) SHARED </a:t>
            </a:r>
            <a:r>
              <a:rPr lang="en-US" sz="2000" b="1" dirty="0">
                <a:solidFill>
                  <a:schemeClr val="tx1"/>
                </a:solidFill>
              </a:rPr>
              <a:t>RESERVE CURRENCY(SRC)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D7D75C0-68CD-B6AA-7B75-E6A97F938769}"/>
              </a:ext>
            </a:extLst>
          </p:cNvPr>
          <p:cNvGrpSpPr/>
          <p:nvPr/>
        </p:nvGrpSpPr>
        <p:grpSpPr>
          <a:xfrm>
            <a:off x="8258712" y="6339263"/>
            <a:ext cx="2599787" cy="2020852"/>
            <a:chOff x="7603704" y="6313863"/>
            <a:chExt cx="2599787" cy="2020852"/>
          </a:xfrm>
        </p:grpSpPr>
        <p:sp>
          <p:nvSpPr>
            <p:cNvPr id="44" name="Cylinder 43">
              <a:extLst>
                <a:ext uri="{FF2B5EF4-FFF2-40B4-BE49-F238E27FC236}">
                  <a16:creationId xmlns:a16="http://schemas.microsoft.com/office/drawing/2014/main" id="{E275B51A-7283-270F-2ECF-D82607BD2EED}"/>
                </a:ext>
              </a:extLst>
            </p:cNvPr>
            <p:cNvSpPr/>
            <p:nvPr/>
          </p:nvSpPr>
          <p:spPr>
            <a:xfrm>
              <a:off x="8201822" y="6313863"/>
              <a:ext cx="1397865" cy="1404293"/>
            </a:xfrm>
            <a:prstGeom prst="can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/>
                <a:t>DID Doc Registry</a:t>
              </a:r>
            </a:p>
            <a:p>
              <a:pPr algn="ctr"/>
              <a:r>
                <a:rPr lang="en-US" sz="2200" b="1" dirty="0"/>
                <a:t>(LiteDB)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D9354E24-D94F-0FDF-2929-A1E0D77DCF6F}"/>
                </a:ext>
              </a:extLst>
            </p:cNvPr>
            <p:cNvSpPr/>
            <p:nvPr/>
          </p:nvSpPr>
          <p:spPr>
            <a:xfrm>
              <a:off x="7603704" y="7833824"/>
              <a:ext cx="2599787" cy="500891"/>
            </a:xfrm>
            <a:prstGeom prst="rect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/>
                <a:t>DID </a:t>
              </a:r>
              <a:r>
                <a:rPr lang="en-US" sz="2200" b="1"/>
                <a:t>Doc Resolver</a:t>
              </a:r>
              <a:endParaRPr lang="en-US" sz="2200" b="1" dirty="0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091BB682-14FA-DA0C-BBFC-E1461D8D532D}"/>
              </a:ext>
            </a:extLst>
          </p:cNvPr>
          <p:cNvGrpSpPr/>
          <p:nvPr/>
        </p:nvGrpSpPr>
        <p:grpSpPr>
          <a:xfrm>
            <a:off x="11016166" y="6350414"/>
            <a:ext cx="2477293" cy="2017732"/>
            <a:chOff x="10114158" y="6313863"/>
            <a:chExt cx="2477293" cy="2017732"/>
          </a:xfrm>
        </p:grpSpPr>
        <p:sp>
          <p:nvSpPr>
            <p:cNvPr id="77" name="Cylinder 76">
              <a:extLst>
                <a:ext uri="{FF2B5EF4-FFF2-40B4-BE49-F238E27FC236}">
                  <a16:creationId xmlns:a16="http://schemas.microsoft.com/office/drawing/2014/main" id="{D84096A8-9E4E-C552-438D-728776E37768}"/>
                </a:ext>
              </a:extLst>
            </p:cNvPr>
            <p:cNvSpPr/>
            <p:nvPr/>
          </p:nvSpPr>
          <p:spPr>
            <a:xfrm>
              <a:off x="10645307" y="6313863"/>
              <a:ext cx="1397865" cy="1404293"/>
            </a:xfrm>
            <a:prstGeom prst="can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/>
                <a:t>VC Doc</a:t>
              </a:r>
            </a:p>
            <a:p>
              <a:pPr algn="ctr"/>
              <a:r>
                <a:rPr lang="en-US" sz="2200" b="1" dirty="0"/>
                <a:t>Registry</a:t>
              </a:r>
            </a:p>
            <a:p>
              <a:pPr algn="ctr"/>
              <a:r>
                <a:rPr lang="en-US" sz="2200" b="1" dirty="0"/>
                <a:t>(LiteDB)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65BCD80F-89B4-AF29-2B3C-9F63FB88AEF7}"/>
                </a:ext>
              </a:extLst>
            </p:cNvPr>
            <p:cNvSpPr/>
            <p:nvPr/>
          </p:nvSpPr>
          <p:spPr>
            <a:xfrm>
              <a:off x="10114158" y="7830704"/>
              <a:ext cx="2477293" cy="500891"/>
            </a:xfrm>
            <a:prstGeom prst="rect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/>
                <a:t>VC Doc Resolver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B6F90A1-461F-B216-25BA-2FD491899DAB}"/>
              </a:ext>
            </a:extLst>
          </p:cNvPr>
          <p:cNvGrpSpPr/>
          <p:nvPr/>
        </p:nvGrpSpPr>
        <p:grpSpPr>
          <a:xfrm>
            <a:off x="8149448" y="2033757"/>
            <a:ext cx="903677" cy="3601281"/>
            <a:chOff x="8085948" y="2033757"/>
            <a:chExt cx="903677" cy="3601281"/>
          </a:xfrm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33EF4189-B98A-DDAF-7CEC-44FE7E030EEE}"/>
                </a:ext>
              </a:extLst>
            </p:cNvPr>
            <p:cNvSpPr/>
            <p:nvPr/>
          </p:nvSpPr>
          <p:spPr>
            <a:xfrm>
              <a:off x="8085948" y="2033757"/>
              <a:ext cx="903677" cy="3601281"/>
            </a:xfrm>
            <a:prstGeom prst="roundRect">
              <a:avLst/>
            </a:prstGeom>
            <a:gradFill flip="none" rotWithShape="1">
              <a:gsLst>
                <a:gs pos="0">
                  <a:schemeClr val="accent4">
                    <a:tint val="66000"/>
                    <a:satMod val="160000"/>
                  </a:schemeClr>
                </a:gs>
                <a:gs pos="50000">
                  <a:schemeClr val="accent4">
                    <a:tint val="44500"/>
                    <a:satMod val="160000"/>
                  </a:schemeClr>
                </a:gs>
                <a:gs pos="100000">
                  <a:schemeClr val="accent4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t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DIDComm V2 Messaging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77AF94E-C445-B2CE-7AC8-CEC8CF60B0F0}"/>
                </a:ext>
              </a:extLst>
            </p:cNvPr>
            <p:cNvGrpSpPr/>
            <p:nvPr/>
          </p:nvGrpSpPr>
          <p:grpSpPr>
            <a:xfrm>
              <a:off x="8585950" y="2491522"/>
              <a:ext cx="369332" cy="1263602"/>
              <a:chOff x="9048585" y="2230780"/>
              <a:chExt cx="369332" cy="1263602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BB1299F1-609F-D721-8E25-88663EEA271B}"/>
                  </a:ext>
                </a:extLst>
              </p:cNvPr>
              <p:cNvSpPr/>
              <p:nvPr/>
            </p:nvSpPr>
            <p:spPr>
              <a:xfrm rot="16200000">
                <a:off x="9062020" y="2323143"/>
                <a:ext cx="350982" cy="166255"/>
              </a:xfrm>
              <a:prstGeom prst="round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B79BD59-2B6E-8C06-AA5B-C997FC9E7AAD}"/>
                  </a:ext>
                </a:extLst>
              </p:cNvPr>
              <p:cNvSpPr txBox="1"/>
              <p:nvPr/>
            </p:nvSpPr>
            <p:spPr>
              <a:xfrm rot="16200000">
                <a:off x="8776662" y="2853127"/>
                <a:ext cx="9131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dirty="0"/>
                  <a:t>Unpack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265465E5-1563-DDAA-DB7F-B134BA21ECFE}"/>
                </a:ext>
              </a:extLst>
            </p:cNvPr>
            <p:cNvGrpSpPr/>
            <p:nvPr/>
          </p:nvGrpSpPr>
          <p:grpSpPr>
            <a:xfrm>
              <a:off x="8595748" y="3850651"/>
              <a:ext cx="369332" cy="1090809"/>
              <a:chOff x="12521590" y="5444505"/>
              <a:chExt cx="369332" cy="1090809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F0B7D70A-1045-E662-5FE0-5CAF5EECD026}"/>
                  </a:ext>
                </a:extLst>
              </p:cNvPr>
              <p:cNvSpPr/>
              <p:nvPr/>
            </p:nvSpPr>
            <p:spPr>
              <a:xfrm rot="16200000">
                <a:off x="12531600" y="6276695"/>
                <a:ext cx="350982" cy="166255"/>
              </a:xfrm>
              <a:prstGeom prst="round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4EEFCB4-F3B2-DF9D-312A-58802A11EE43}"/>
                  </a:ext>
                </a:extLst>
              </p:cNvPr>
              <p:cNvSpPr txBox="1"/>
              <p:nvPr/>
            </p:nvSpPr>
            <p:spPr>
              <a:xfrm rot="16200000">
                <a:off x="12321412" y="5644683"/>
                <a:ext cx="7696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Pack</a:t>
                </a:r>
              </a:p>
            </p:txBody>
          </p:sp>
        </p:grpSp>
      </p:grp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D7888B09-07DB-29CD-AE4A-D2DCB2F7311C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8921504" y="2667013"/>
            <a:ext cx="565396" cy="0"/>
          </a:xfrm>
          <a:prstGeom prst="line">
            <a:avLst/>
          </a:prstGeom>
          <a:ln w="57150">
            <a:solidFill>
              <a:schemeClr val="tx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5501E59-F5F9-E05B-5F39-98EA91B1E40D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8927877" y="4765969"/>
            <a:ext cx="736823" cy="807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36AE3411-D138-57B9-7D81-900283700F62}"/>
              </a:ext>
            </a:extLst>
          </p:cNvPr>
          <p:cNvCxnSpPr>
            <a:cxnSpLocks/>
            <a:stCxn id="60" idx="2"/>
            <a:endCxn id="13" idx="1"/>
          </p:cNvCxnSpPr>
          <p:nvPr/>
        </p:nvCxnSpPr>
        <p:spPr>
          <a:xfrm rot="5400000" flipH="1">
            <a:off x="7961783" y="-294574"/>
            <a:ext cx="102049" cy="11869466"/>
          </a:xfrm>
          <a:prstGeom prst="bentConnector3">
            <a:avLst>
              <a:gd name="adj1" fmla="val -3198367"/>
            </a:avLst>
          </a:prstGeom>
          <a:ln w="57150">
            <a:solidFill>
              <a:schemeClr val="accent6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EDFCB0F-0384-F29B-BB58-BFE6A4A8016F}"/>
              </a:ext>
            </a:extLst>
          </p:cNvPr>
          <p:cNvCxnSpPr>
            <a:cxnSpLocks/>
          </p:cNvCxnSpPr>
          <p:nvPr/>
        </p:nvCxnSpPr>
        <p:spPr>
          <a:xfrm>
            <a:off x="10252831" y="2641612"/>
            <a:ext cx="648452" cy="0"/>
          </a:xfrm>
          <a:prstGeom prst="line">
            <a:avLst/>
          </a:prstGeom>
          <a:ln w="57150">
            <a:solidFill>
              <a:schemeClr val="tx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44A6863-5268-5B24-5A95-74A9F65AC01A}"/>
              </a:ext>
            </a:extLst>
          </p:cNvPr>
          <p:cNvCxnSpPr>
            <a:cxnSpLocks/>
          </p:cNvCxnSpPr>
          <p:nvPr/>
        </p:nvCxnSpPr>
        <p:spPr>
          <a:xfrm flipV="1">
            <a:off x="10252831" y="4765969"/>
            <a:ext cx="800866" cy="807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B8BB12C-15D1-76C0-78A7-DEF9B030A3F4}"/>
              </a:ext>
            </a:extLst>
          </p:cNvPr>
          <p:cNvGrpSpPr/>
          <p:nvPr/>
        </p:nvGrpSpPr>
        <p:grpSpPr>
          <a:xfrm>
            <a:off x="2876077" y="2933663"/>
            <a:ext cx="4950568" cy="2576775"/>
            <a:chOff x="2876077" y="2933663"/>
            <a:chExt cx="4950568" cy="2576775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5FF1699-1407-18D0-D27E-FD9D21FDA255}"/>
                </a:ext>
              </a:extLst>
            </p:cNvPr>
            <p:cNvSpPr/>
            <p:nvPr/>
          </p:nvSpPr>
          <p:spPr>
            <a:xfrm>
              <a:off x="2876077" y="2933663"/>
              <a:ext cx="3228018" cy="2576775"/>
            </a:xfrm>
            <a:prstGeom prst="roundRect">
              <a:avLst>
                <a:gd name="adj" fmla="val 10037"/>
              </a:avLst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Agent 1 Runspace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5F975FA-BC58-1EAA-218E-025BD0145025}"/>
                </a:ext>
              </a:extLst>
            </p:cNvPr>
            <p:cNvSpPr/>
            <p:nvPr/>
          </p:nvSpPr>
          <p:spPr>
            <a:xfrm>
              <a:off x="2997465" y="4499162"/>
              <a:ext cx="2960444" cy="884157"/>
            </a:xfrm>
            <a:prstGeom prst="roundRect">
              <a:avLst/>
            </a:prstGeom>
            <a:solidFill>
              <a:srgbClr val="FFC48F"/>
            </a:solidFill>
            <a:ln w="76200">
              <a:solidFill>
                <a:srgbClr val="FE78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DIDComm Message Switchboard 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(Inbound/Outbound)</a:t>
              </a: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5FFE2BA-B16C-CBAB-7CA6-5D1074FFDEF7}"/>
                </a:ext>
              </a:extLst>
            </p:cNvPr>
            <p:cNvGrpSpPr/>
            <p:nvPr/>
          </p:nvGrpSpPr>
          <p:grpSpPr>
            <a:xfrm>
              <a:off x="2997465" y="3400427"/>
              <a:ext cx="2973244" cy="983559"/>
              <a:chOff x="2997465" y="3459588"/>
              <a:chExt cx="2973244" cy="983559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403F3C53-0EB4-561E-8EC8-D386F6BB750C}"/>
                  </a:ext>
                </a:extLst>
              </p:cNvPr>
              <p:cNvSpPr/>
              <p:nvPr/>
            </p:nvSpPr>
            <p:spPr>
              <a:xfrm>
                <a:off x="2997465" y="3459588"/>
                <a:ext cx="1203132" cy="425025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Email</a:t>
                </a:r>
              </a:p>
            </p:txBody>
          </p:sp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34303CE1-0568-8375-E913-E74626018B13}"/>
                  </a:ext>
                </a:extLst>
              </p:cNvPr>
              <p:cNvSpPr/>
              <p:nvPr/>
            </p:nvSpPr>
            <p:spPr>
              <a:xfrm>
                <a:off x="4342074" y="3466144"/>
                <a:ext cx="1628635" cy="418469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Calendar</a:t>
                </a:r>
              </a:p>
            </p:txBody>
          </p:sp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6E0230B5-219B-33C2-C79C-AFEE1E361358}"/>
                  </a:ext>
                </a:extLst>
              </p:cNvPr>
              <p:cNvSpPr/>
              <p:nvPr/>
            </p:nvSpPr>
            <p:spPr>
              <a:xfrm>
                <a:off x="2997465" y="4011567"/>
                <a:ext cx="1203132" cy="425025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Presence</a:t>
                </a:r>
              </a:p>
            </p:txBody>
          </p:sp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66F3A6EE-F902-A178-A195-D2DB00AF1471}"/>
                  </a:ext>
                </a:extLst>
              </p:cNvPr>
              <p:cNvSpPr/>
              <p:nvPr/>
            </p:nvSpPr>
            <p:spPr>
              <a:xfrm>
                <a:off x="4342074" y="4018122"/>
                <a:ext cx="1628635" cy="425025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Notifications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BB4505F-9675-641F-5160-3735984DF3B4}"/>
                </a:ext>
              </a:extLst>
            </p:cNvPr>
            <p:cNvGrpSpPr/>
            <p:nvPr/>
          </p:nvGrpSpPr>
          <p:grpSpPr>
            <a:xfrm>
              <a:off x="6224875" y="3849954"/>
              <a:ext cx="1596833" cy="751157"/>
              <a:chOff x="6224875" y="3830991"/>
              <a:chExt cx="1596833" cy="751157"/>
            </a:xfrm>
          </p:grpSpPr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41065134-FE05-B2A5-1C4D-58B97DF3D32F}"/>
                  </a:ext>
                </a:extLst>
              </p:cNvPr>
              <p:cNvSpPr/>
              <p:nvPr/>
            </p:nvSpPr>
            <p:spPr>
              <a:xfrm>
                <a:off x="6224875" y="3830991"/>
                <a:ext cx="1596833" cy="751157"/>
              </a:xfrm>
              <a:prstGeom prst="roundRect">
                <a:avLst>
                  <a:gd name="adj" fmla="val 10037"/>
                </a:avLst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Agent 3</a:t>
                </a:r>
              </a:p>
            </p:txBody>
          </p:sp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B08FB44E-DBAD-04FF-D1BD-050C4C0C4D31}"/>
                  </a:ext>
                </a:extLst>
              </p:cNvPr>
              <p:cNvSpPr/>
              <p:nvPr/>
            </p:nvSpPr>
            <p:spPr>
              <a:xfrm>
                <a:off x="6321851" y="4234434"/>
                <a:ext cx="1406464" cy="252477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…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6B5CE4C-A54D-F4F3-3C17-F2BDF6C2125F}"/>
                </a:ext>
              </a:extLst>
            </p:cNvPr>
            <p:cNvGrpSpPr/>
            <p:nvPr/>
          </p:nvGrpSpPr>
          <p:grpSpPr>
            <a:xfrm>
              <a:off x="6229812" y="2940627"/>
              <a:ext cx="1596833" cy="751157"/>
              <a:chOff x="6229812" y="2977486"/>
              <a:chExt cx="1596833" cy="751157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1AE1ACFF-E658-AA34-D6D9-2EAD0ACF3068}"/>
                  </a:ext>
                </a:extLst>
              </p:cNvPr>
              <p:cNvSpPr/>
              <p:nvPr/>
            </p:nvSpPr>
            <p:spPr>
              <a:xfrm>
                <a:off x="6229812" y="2977486"/>
                <a:ext cx="1596833" cy="751157"/>
              </a:xfrm>
              <a:prstGeom prst="roundRect">
                <a:avLst>
                  <a:gd name="adj" fmla="val 10037"/>
                </a:avLst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Agent 2</a:t>
                </a:r>
              </a:p>
            </p:txBody>
          </p:sp>
          <p:sp>
            <p:nvSpPr>
              <p:cNvPr id="96" name="Rectangle: Rounded Corners 95">
                <a:extLst>
                  <a:ext uri="{FF2B5EF4-FFF2-40B4-BE49-F238E27FC236}">
                    <a16:creationId xmlns:a16="http://schemas.microsoft.com/office/drawing/2014/main" id="{7224FEB9-0B8A-FE37-B71A-04EBF1995873}"/>
                  </a:ext>
                </a:extLst>
              </p:cNvPr>
              <p:cNvSpPr/>
              <p:nvPr/>
            </p:nvSpPr>
            <p:spPr>
              <a:xfrm>
                <a:off x="6281958" y="3373063"/>
                <a:ext cx="1508991" cy="338493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Onboarding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FC527F1-C933-2835-C2FC-B741FC6E87F7}"/>
                </a:ext>
              </a:extLst>
            </p:cNvPr>
            <p:cNvGrpSpPr/>
            <p:nvPr/>
          </p:nvGrpSpPr>
          <p:grpSpPr>
            <a:xfrm>
              <a:off x="6224875" y="4759281"/>
              <a:ext cx="1596833" cy="751157"/>
              <a:chOff x="6224875" y="4695781"/>
              <a:chExt cx="1596833" cy="751157"/>
            </a:xfrm>
          </p:grpSpPr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9AD627BE-2708-7722-8397-C19E18D4252B}"/>
                  </a:ext>
                </a:extLst>
              </p:cNvPr>
              <p:cNvSpPr/>
              <p:nvPr/>
            </p:nvSpPr>
            <p:spPr>
              <a:xfrm>
                <a:off x="6224875" y="4695781"/>
                <a:ext cx="1596833" cy="751157"/>
              </a:xfrm>
              <a:prstGeom prst="roundRect">
                <a:avLst>
                  <a:gd name="adj" fmla="val 10037"/>
                </a:avLst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Agent N</a:t>
                </a:r>
              </a:p>
            </p:txBody>
          </p:sp>
          <p:sp>
            <p:nvSpPr>
              <p:cNvPr id="97" name="Rectangle: Rounded Corners 96">
                <a:extLst>
                  <a:ext uri="{FF2B5EF4-FFF2-40B4-BE49-F238E27FC236}">
                    <a16:creationId xmlns:a16="http://schemas.microsoft.com/office/drawing/2014/main" id="{F85AC286-7A8F-4414-FEB3-5131A57E93C2}"/>
                  </a:ext>
                </a:extLst>
              </p:cNvPr>
              <p:cNvSpPr/>
              <p:nvPr/>
            </p:nvSpPr>
            <p:spPr>
              <a:xfrm>
                <a:off x="6320059" y="5087715"/>
                <a:ext cx="1406464" cy="252477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Invoicing</a:t>
                </a:r>
              </a:p>
            </p:txBody>
          </p:sp>
        </p:grp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C6A4B7F-DE9D-0AA7-D513-7DB900E86E71}"/>
              </a:ext>
            </a:extLst>
          </p:cNvPr>
          <p:cNvCxnSpPr>
            <a:cxnSpLocks/>
          </p:cNvCxnSpPr>
          <p:nvPr/>
        </p:nvCxnSpPr>
        <p:spPr>
          <a:xfrm>
            <a:off x="10786136" y="5690696"/>
            <a:ext cx="5645" cy="2187856"/>
          </a:xfrm>
          <a:prstGeom prst="line">
            <a:avLst/>
          </a:prstGeom>
          <a:ln w="57150">
            <a:solidFill>
              <a:schemeClr val="accent5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5D36C00-45F4-EA7A-2721-3B295F5C29D0}"/>
              </a:ext>
            </a:extLst>
          </p:cNvPr>
          <p:cNvCxnSpPr>
            <a:cxnSpLocks/>
          </p:cNvCxnSpPr>
          <p:nvPr/>
        </p:nvCxnSpPr>
        <p:spPr>
          <a:xfrm>
            <a:off x="11078208" y="5692320"/>
            <a:ext cx="14433" cy="2186232"/>
          </a:xfrm>
          <a:prstGeom prst="line">
            <a:avLst/>
          </a:prstGeom>
          <a:ln w="57150">
            <a:solidFill>
              <a:schemeClr val="accent5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49E203D5-17F4-39A0-66D0-81969C382D54}"/>
              </a:ext>
            </a:extLst>
          </p:cNvPr>
          <p:cNvCxnSpPr>
            <a:cxnSpLocks/>
            <a:stCxn id="15" idx="2"/>
            <a:endCxn id="123" idx="1"/>
          </p:cNvCxnSpPr>
          <p:nvPr/>
        </p:nvCxnSpPr>
        <p:spPr>
          <a:xfrm rot="16200000" flipH="1">
            <a:off x="3525526" y="6474998"/>
            <a:ext cx="2180132" cy="251012"/>
          </a:xfrm>
          <a:prstGeom prst="bentConnector2">
            <a:avLst/>
          </a:prstGeom>
          <a:ln w="57150">
            <a:solidFill>
              <a:schemeClr val="accent5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EB7CE634-C3CE-D80B-2C77-025162FA444A}"/>
              </a:ext>
            </a:extLst>
          </p:cNvPr>
          <p:cNvCxnSpPr>
            <a:cxnSpLocks/>
            <a:stCxn id="85" idx="2"/>
            <a:endCxn id="123" idx="3"/>
          </p:cNvCxnSpPr>
          <p:nvPr/>
        </p:nvCxnSpPr>
        <p:spPr>
          <a:xfrm rot="5400000">
            <a:off x="6943320" y="6032603"/>
            <a:ext cx="2055532" cy="1260402"/>
          </a:xfrm>
          <a:prstGeom prst="bentConnector2">
            <a:avLst/>
          </a:prstGeom>
          <a:ln w="5715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0B093FE-B646-B17A-1C11-DD8CACC428BC}"/>
              </a:ext>
            </a:extLst>
          </p:cNvPr>
          <p:cNvGrpSpPr/>
          <p:nvPr/>
        </p:nvGrpSpPr>
        <p:grpSpPr>
          <a:xfrm>
            <a:off x="4741098" y="5907463"/>
            <a:ext cx="2599787" cy="2033552"/>
            <a:chOff x="5274498" y="6148763"/>
            <a:chExt cx="2599787" cy="2033552"/>
          </a:xfrm>
        </p:grpSpPr>
        <p:sp>
          <p:nvSpPr>
            <p:cNvPr id="8" name="Cylinder 7">
              <a:extLst>
                <a:ext uri="{FF2B5EF4-FFF2-40B4-BE49-F238E27FC236}">
                  <a16:creationId xmlns:a16="http://schemas.microsoft.com/office/drawing/2014/main" id="{F2DD595B-4FE8-6E0F-845F-4AC0BA4986D7}"/>
                </a:ext>
              </a:extLst>
            </p:cNvPr>
            <p:cNvSpPr/>
            <p:nvPr/>
          </p:nvSpPr>
          <p:spPr>
            <a:xfrm>
              <a:off x="5680603" y="6148763"/>
              <a:ext cx="1717818" cy="1404293"/>
            </a:xfrm>
            <a:prstGeom prst="can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/>
                <a:t>Long-Term</a:t>
              </a:r>
            </a:p>
            <a:p>
              <a:pPr algn="ctr"/>
              <a:r>
                <a:rPr lang="en-US" sz="2200" b="1" dirty="0"/>
                <a:t>Message Memory</a:t>
              </a:r>
            </a:p>
            <a:p>
              <a:pPr algn="ctr"/>
              <a:r>
                <a:rPr lang="en-US" sz="2200" b="1" dirty="0"/>
                <a:t>(LiteDB)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9D0C6B97-A595-E50E-D86F-6796D093670A}"/>
                </a:ext>
              </a:extLst>
            </p:cNvPr>
            <p:cNvSpPr/>
            <p:nvPr/>
          </p:nvSpPr>
          <p:spPr>
            <a:xfrm>
              <a:off x="5274498" y="7681424"/>
              <a:ext cx="2599787" cy="500891"/>
            </a:xfrm>
            <a:prstGeom prst="rect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/>
                <a:t>IMemoryCache</a:t>
              </a: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CFE4E27E-18EC-51EB-8ADE-5EBB9A31D509}"/>
              </a:ext>
            </a:extLst>
          </p:cNvPr>
          <p:cNvGrpSpPr/>
          <p:nvPr/>
        </p:nvGrpSpPr>
        <p:grpSpPr>
          <a:xfrm>
            <a:off x="-2832100" y="6123303"/>
            <a:ext cx="4495690" cy="3649485"/>
            <a:chOff x="-2832100" y="5856603"/>
            <a:chExt cx="4495690" cy="3649485"/>
          </a:xfrm>
        </p:grpSpPr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C4CE52F2-19B5-4981-E13B-21DE1475D922}"/>
                </a:ext>
              </a:extLst>
            </p:cNvPr>
            <p:cNvSpPr/>
            <p:nvPr/>
          </p:nvSpPr>
          <p:spPr>
            <a:xfrm>
              <a:off x="-1407678" y="6593257"/>
              <a:ext cx="1203132" cy="425025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LOBE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EA088065-6E08-B63C-307A-2322E66712EF}"/>
                </a:ext>
              </a:extLst>
            </p:cNvPr>
            <p:cNvGrpSpPr/>
            <p:nvPr/>
          </p:nvGrpSpPr>
          <p:grpSpPr>
            <a:xfrm>
              <a:off x="-1490112" y="6844789"/>
              <a:ext cx="1368000" cy="1368000"/>
              <a:chOff x="-1305816" y="2563218"/>
              <a:chExt cx="1368000" cy="1368000"/>
            </a:xfrm>
          </p:grpSpPr>
          <p:pic>
            <p:nvPicPr>
              <p:cNvPr id="78" name="Graphic 77" descr="Tablet with solid fill">
                <a:extLst>
                  <a:ext uri="{FF2B5EF4-FFF2-40B4-BE49-F238E27FC236}">
                    <a16:creationId xmlns:a16="http://schemas.microsoft.com/office/drawing/2014/main" id="{059BF97D-BC9E-1E6E-6554-08435EE621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-1305816" y="2563218"/>
                <a:ext cx="1368000" cy="1368000"/>
              </a:xfrm>
              <a:prstGeom prst="rect">
                <a:avLst/>
              </a:prstGeom>
            </p:spPr>
          </p:pic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65420F8-4D53-D45A-75B5-A44C6480D325}"/>
                  </a:ext>
                </a:extLst>
              </p:cNvPr>
              <p:cNvSpPr txBox="1"/>
              <p:nvPr/>
            </p:nvSpPr>
            <p:spPr>
              <a:xfrm>
                <a:off x="-1179880" y="3056234"/>
                <a:ext cx="11293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DEVICE</a:t>
                </a:r>
              </a:p>
            </p:txBody>
          </p:sp>
        </p:grpSp>
        <p:sp>
          <p:nvSpPr>
            <p:cNvPr id="83" name="Cylinder 82">
              <a:extLst>
                <a:ext uri="{FF2B5EF4-FFF2-40B4-BE49-F238E27FC236}">
                  <a16:creationId xmlns:a16="http://schemas.microsoft.com/office/drawing/2014/main" id="{F738BA91-0936-036B-C5CE-4AB6A2163FBF}"/>
                </a:ext>
              </a:extLst>
            </p:cNvPr>
            <p:cNvSpPr/>
            <p:nvPr/>
          </p:nvSpPr>
          <p:spPr>
            <a:xfrm>
              <a:off x="103932" y="6004064"/>
              <a:ext cx="1249877" cy="1080000"/>
            </a:xfrm>
            <a:prstGeom prst="can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Data</a:t>
              </a:r>
            </a:p>
            <a:p>
              <a:pPr algn="ctr"/>
              <a:r>
                <a:rPr lang="en-US" sz="2000" b="1" dirty="0"/>
                <a:t>Storage</a:t>
              </a: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D499A950-3BD7-5C96-C4A6-79D3E8AA5D1D}"/>
                </a:ext>
              </a:extLst>
            </p:cNvPr>
            <p:cNvSpPr/>
            <p:nvPr/>
          </p:nvSpPr>
          <p:spPr>
            <a:xfrm>
              <a:off x="-2031854" y="6574240"/>
              <a:ext cx="409821" cy="1276421"/>
            </a:xfrm>
            <a:prstGeom prst="roundRect">
              <a:avLst/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Network</a:t>
              </a:r>
            </a:p>
          </p:txBody>
        </p: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19711189-0A3F-476A-62F1-E058DFF7AD25}"/>
                </a:ext>
              </a:extLst>
            </p:cNvPr>
            <p:cNvSpPr/>
            <p:nvPr/>
          </p:nvSpPr>
          <p:spPr>
            <a:xfrm>
              <a:off x="-2648732" y="6571257"/>
              <a:ext cx="409821" cy="1276421"/>
            </a:xfrm>
            <a:prstGeom prst="roundRect">
              <a:avLst/>
            </a:prstGeom>
            <a:gradFill flip="none" rotWithShape="1">
              <a:gsLst>
                <a:gs pos="0">
                  <a:schemeClr val="accent4">
                    <a:tint val="66000"/>
                    <a:satMod val="160000"/>
                  </a:schemeClr>
                </a:gs>
                <a:gs pos="50000">
                  <a:schemeClr val="accent4">
                    <a:tint val="44500"/>
                    <a:satMod val="160000"/>
                  </a:schemeClr>
                </a:gs>
                <a:gs pos="100000">
                  <a:schemeClr val="accent4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Protocol</a:t>
              </a:r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7FE07608-1500-1965-2C1A-89B6BA24E19A}"/>
                </a:ext>
              </a:extLst>
            </p:cNvPr>
            <p:cNvSpPr/>
            <p:nvPr/>
          </p:nvSpPr>
          <p:spPr>
            <a:xfrm>
              <a:off x="-2686832" y="8030989"/>
              <a:ext cx="2482286" cy="425025"/>
            </a:xfrm>
            <a:prstGeom prst="roundRect">
              <a:avLst/>
            </a:prstGeom>
            <a:solidFill>
              <a:srgbClr val="FFC48F"/>
            </a:solidFill>
            <a:ln w="76200">
              <a:solidFill>
                <a:srgbClr val="FE78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Switchboard</a:t>
              </a:r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977AD80C-CB70-13B8-4EB7-C455B7F915DD}"/>
                </a:ext>
              </a:extLst>
            </p:cNvPr>
            <p:cNvSpPr/>
            <p:nvPr/>
          </p:nvSpPr>
          <p:spPr>
            <a:xfrm>
              <a:off x="-75665" y="7720490"/>
              <a:ext cx="1596833" cy="751157"/>
            </a:xfrm>
            <a:prstGeom prst="roundRect">
              <a:avLst>
                <a:gd name="adj" fmla="val 10037"/>
              </a:avLst>
            </a:prstGeom>
            <a:solidFill>
              <a:schemeClr val="bg2">
                <a:lumMod val="75000"/>
              </a:schemeClr>
            </a:solidFill>
            <a:ln w="762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Runspace</a:t>
              </a:r>
              <a:r>
                <a:rPr lang="en-US" sz="2200" b="1" dirty="0">
                  <a:solidFill>
                    <a:schemeClr val="tx1"/>
                  </a:solidFill>
                </a:rPr>
                <a:t> Pool</a:t>
              </a:r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DAEC2E93-9700-92EA-27E5-83EF821277BE}"/>
                </a:ext>
              </a:extLst>
            </p:cNvPr>
            <p:cNvSpPr/>
            <p:nvPr/>
          </p:nvSpPr>
          <p:spPr>
            <a:xfrm>
              <a:off x="-75666" y="8596262"/>
              <a:ext cx="1596833" cy="751157"/>
            </a:xfrm>
            <a:prstGeom prst="roundRect">
              <a:avLst>
                <a:gd name="adj" fmla="val 10037"/>
              </a:avLst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PowerShell</a:t>
              </a:r>
            </a:p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Runspace</a:t>
              </a:r>
            </a:p>
          </p:txBody>
        </p:sp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149BED8C-1E59-1A0E-7034-D3D77A40298A}"/>
                </a:ext>
              </a:extLst>
            </p:cNvPr>
            <p:cNvSpPr/>
            <p:nvPr/>
          </p:nvSpPr>
          <p:spPr>
            <a:xfrm>
              <a:off x="-2686832" y="8638485"/>
              <a:ext cx="2482286" cy="692423"/>
            </a:xfrm>
            <a:prstGeom prst="roundRect">
              <a:avLst/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Host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D896E157-F441-0D40-1971-00AF8CDFF477}"/>
                </a:ext>
              </a:extLst>
            </p:cNvPr>
            <p:cNvSpPr/>
            <p:nvPr/>
          </p:nvSpPr>
          <p:spPr>
            <a:xfrm>
              <a:off x="-2832100" y="5856603"/>
              <a:ext cx="4495690" cy="3649485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  <a:latin typeface="Koblenz Serial" panose="02000000000000000000" pitchFamily="50" charset="0"/>
                  <a:cs typeface="Cascadia Code" panose="020B0609020000020004" pitchFamily="49" charset="0"/>
                </a:rPr>
                <a:t>Legend</a:t>
              </a:r>
            </a:p>
          </p:txBody>
        </p:sp>
        <p:sp>
          <p:nvSpPr>
            <p:cNvPr id="135" name="Rectangle: Rounded Corners 134">
              <a:extLst>
                <a:ext uri="{FF2B5EF4-FFF2-40B4-BE49-F238E27FC236}">
                  <a16:creationId xmlns:a16="http://schemas.microsoft.com/office/drawing/2014/main" id="{0A2899FB-530A-9E92-6E37-6399F4875295}"/>
                </a:ext>
              </a:extLst>
            </p:cNvPr>
            <p:cNvSpPr/>
            <p:nvPr/>
          </p:nvSpPr>
          <p:spPr>
            <a:xfrm rot="5400000">
              <a:off x="523545" y="6592549"/>
              <a:ext cx="409821" cy="1596831"/>
            </a:xfrm>
            <a:prstGeom prst="roundRect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2000" b="1" dirty="0"/>
                <a:t>Data Access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9104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E2FC1-EBDE-F7B3-2658-710B0CA21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BB43FE4F-CFB7-9E6A-D187-7CD2A89F0759}"/>
              </a:ext>
            </a:extLst>
          </p:cNvPr>
          <p:cNvGrpSpPr/>
          <p:nvPr/>
        </p:nvGrpSpPr>
        <p:grpSpPr>
          <a:xfrm>
            <a:off x="687269" y="1347563"/>
            <a:ext cx="1775667" cy="4383975"/>
            <a:chOff x="801569" y="1525198"/>
            <a:chExt cx="1775667" cy="420634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BA43CBA-DD57-8B2E-8001-931703BEEE2A}"/>
                </a:ext>
              </a:extLst>
            </p:cNvPr>
            <p:cNvSpPr/>
            <p:nvPr/>
          </p:nvSpPr>
          <p:spPr>
            <a:xfrm>
              <a:off x="801569" y="1525198"/>
              <a:ext cx="1775667" cy="4206340"/>
            </a:xfrm>
            <a:prstGeom prst="roundRect">
              <a:avLst>
                <a:gd name="adj" fmla="val 6979"/>
              </a:avLst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t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Loadable Object </a:t>
              </a:r>
              <a:br>
                <a:rPr lang="en-US" sz="2200" b="1" dirty="0">
                  <a:solidFill>
                    <a:schemeClr val="tx1"/>
                  </a:solidFill>
                </a:rPr>
              </a:br>
              <a:r>
                <a:rPr lang="en-US" sz="2200" b="1" dirty="0">
                  <a:solidFill>
                    <a:schemeClr val="tx1"/>
                  </a:solidFill>
                </a:rPr>
                <a:t>Brain Extensions (LOBEs) </a:t>
              </a:r>
              <a:br>
                <a:rPr lang="en-US" sz="2200" b="1" dirty="0">
                  <a:solidFill>
                    <a:schemeClr val="tx1"/>
                  </a:solidFill>
                </a:rPr>
              </a:br>
              <a:r>
                <a:rPr lang="en-US" sz="2200" b="1" dirty="0">
                  <a:solidFill>
                    <a:schemeClr val="tx1"/>
                  </a:solidFill>
                </a:rPr>
                <a:t>(PowerShell Modules)</a:t>
              </a: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E9113B6E-62AF-63CD-C471-F95277CD9A78}"/>
                </a:ext>
              </a:extLst>
            </p:cNvPr>
            <p:cNvGrpSpPr/>
            <p:nvPr/>
          </p:nvGrpSpPr>
          <p:grpSpPr>
            <a:xfrm>
              <a:off x="1979862" y="1706196"/>
              <a:ext cx="425026" cy="3882935"/>
              <a:chOff x="1979862" y="1628139"/>
              <a:chExt cx="425026" cy="3882935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A9B9DFB2-20F9-2BA3-1446-AB8668EE80AF}"/>
                  </a:ext>
                </a:extLst>
              </p:cNvPr>
              <p:cNvSpPr/>
              <p:nvPr/>
            </p:nvSpPr>
            <p:spPr>
              <a:xfrm rot="16200000">
                <a:off x="1611006" y="4717192"/>
                <a:ext cx="1162738" cy="425025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Invoicing</a:t>
                </a:r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D1347F81-E0B6-8ACB-234E-63BC8BC0AD89}"/>
                  </a:ext>
                </a:extLst>
              </p:cNvPr>
              <p:cNvSpPr/>
              <p:nvPr/>
            </p:nvSpPr>
            <p:spPr>
              <a:xfrm rot="16200000">
                <a:off x="1619469" y="3477319"/>
                <a:ext cx="1145813" cy="425025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Onboard</a:t>
                </a:r>
              </a:p>
            </p:txBody>
          </p:sp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DC51A587-70ED-B993-15CD-A0E44128ADF8}"/>
                  </a:ext>
                </a:extLst>
              </p:cNvPr>
              <p:cNvSpPr/>
              <p:nvPr/>
            </p:nvSpPr>
            <p:spPr>
              <a:xfrm rot="16200000">
                <a:off x="1511006" y="2096995"/>
                <a:ext cx="1362738" cy="425025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UX LOBE</a:t>
                </a:r>
              </a:p>
            </p:txBody>
          </p:sp>
        </p:grp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0308864-53F2-2BEC-23BF-6335CC0DB55C}"/>
              </a:ext>
            </a:extLst>
          </p:cNvPr>
          <p:cNvCxnSpPr>
            <a:cxnSpLocks/>
            <a:stCxn id="90" idx="3"/>
          </p:cNvCxnSpPr>
          <p:nvPr/>
        </p:nvCxnSpPr>
        <p:spPr>
          <a:xfrm>
            <a:off x="-114011" y="3247022"/>
            <a:ext cx="930600" cy="0"/>
          </a:xfrm>
          <a:prstGeom prst="line">
            <a:avLst/>
          </a:prstGeom>
          <a:ln w="571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1C9A7957-DCD5-44EF-2B89-6F7681B69E45}"/>
              </a:ext>
            </a:extLst>
          </p:cNvPr>
          <p:cNvCxnSpPr>
            <a:cxnSpLocks/>
            <a:stCxn id="91" idx="3"/>
          </p:cNvCxnSpPr>
          <p:nvPr/>
        </p:nvCxnSpPr>
        <p:spPr>
          <a:xfrm>
            <a:off x="-106574" y="4163896"/>
            <a:ext cx="905739" cy="0"/>
          </a:xfrm>
          <a:prstGeom prst="line">
            <a:avLst/>
          </a:prstGeom>
          <a:ln w="571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FAEAC9A-64F9-E2F0-F79E-8B7949DB40BA}"/>
              </a:ext>
            </a:extLst>
          </p:cNvPr>
          <p:cNvSpPr txBox="1"/>
          <p:nvPr/>
        </p:nvSpPr>
        <p:spPr>
          <a:xfrm>
            <a:off x="-2247406" y="-264483"/>
            <a:ext cx="171911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Koblenz Serial" panose="02000000000000000000" pitchFamily="50" charset="0"/>
                <a:cs typeface="Cascadia Code" panose="020B0609020000020004" pitchFamily="49" charset="0"/>
              </a:rPr>
              <a:t>Web 7.0™ Decentralized System Architecture (DSA) 0.23 Epoch 0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  <a:latin typeface="Koblenz Serial" panose="02000000000000000000" pitchFamily="50" charset="0"/>
                <a:cs typeface="Cascadia Code" panose="020B0609020000020004" pitchFamily="49" charset="0"/>
              </a:rPr>
              <a:t>Secure, Trusted, DID-native, DIDComm-native Web 7.0 DIDLibOS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6452B-F296-AE53-4A61-FE8AB6FA1620}"/>
              </a:ext>
            </a:extLst>
          </p:cNvPr>
          <p:cNvSpPr/>
          <p:nvPr/>
        </p:nvSpPr>
        <p:spPr>
          <a:xfrm>
            <a:off x="11597066" y="2190631"/>
            <a:ext cx="926928" cy="3454631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INTERNET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56244C9-BAA3-9A74-E707-B08C535AE5E7}"/>
              </a:ext>
            </a:extLst>
          </p:cNvPr>
          <p:cNvSpPr/>
          <p:nvPr/>
        </p:nvSpPr>
        <p:spPr>
          <a:xfrm>
            <a:off x="2604422" y="1347562"/>
            <a:ext cx="8660061" cy="8910339"/>
          </a:xfrm>
          <a:prstGeom prst="roundRect">
            <a:avLst>
              <a:gd name="adj" fmla="val 1734"/>
            </a:avLst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Citizen/Society Trusted Digital Assistant (Host) (Citizen/Society TDA)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8AE4CFB-751C-8B81-0EB0-09EFEDBF690A}"/>
              </a:ext>
            </a:extLst>
          </p:cNvPr>
          <p:cNvSpPr/>
          <p:nvPr/>
        </p:nvSpPr>
        <p:spPr>
          <a:xfrm>
            <a:off x="9217450" y="2190632"/>
            <a:ext cx="1874095" cy="3444406"/>
          </a:xfrm>
          <a:prstGeom prst="roundRect">
            <a:avLst>
              <a:gd name="adj" fmla="val 5362"/>
            </a:avLst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HTTP Listener/Sender</a:t>
            </a:r>
          </a:p>
          <a:p>
            <a:pPr algn="ctr"/>
            <a:r>
              <a:rPr lang="en-US" sz="2200" b="1" dirty="0">
                <a:solidFill>
                  <a:schemeClr val="tx1"/>
                </a:solidFill>
              </a:rPr>
              <a:t>(</a:t>
            </a:r>
            <a:r>
              <a:rPr lang="en-US" sz="2200" b="1" dirty="0" err="1">
                <a:solidFill>
                  <a:schemeClr val="tx1"/>
                </a:solidFill>
              </a:rPr>
              <a:t>HTTPClient</a:t>
            </a:r>
            <a:r>
              <a:rPr lang="en-US" sz="2200" b="1" dirty="0">
                <a:solidFill>
                  <a:schemeClr val="tx1"/>
                </a:solidFill>
              </a:rPr>
              <a:t>)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B6F94D-C57B-D9E1-6735-DE7BF282F06F}"/>
              </a:ext>
            </a:extLst>
          </p:cNvPr>
          <p:cNvGrpSpPr/>
          <p:nvPr/>
        </p:nvGrpSpPr>
        <p:grpSpPr>
          <a:xfrm rot="16200000">
            <a:off x="10345595" y="5467317"/>
            <a:ext cx="2332970" cy="930276"/>
            <a:chOff x="116551" y="5289776"/>
            <a:chExt cx="2332970" cy="930276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B4605AC-5124-6639-7FEA-C08525A74EC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79258" y="5749788"/>
              <a:ext cx="930276" cy="10251"/>
            </a:xfrm>
            <a:prstGeom prst="line">
              <a:avLst/>
            </a:prstGeom>
            <a:ln w="571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A0D841B-9F70-771D-82EB-B77F8AC09DD7}"/>
                </a:ext>
              </a:extLst>
            </p:cNvPr>
            <p:cNvSpPr txBox="1"/>
            <p:nvPr/>
          </p:nvSpPr>
          <p:spPr>
            <a:xfrm>
              <a:off x="116551" y="5480298"/>
              <a:ext cx="23261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Outbound Processing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978F748-9983-8535-9830-6DEB327486D4}"/>
              </a:ext>
            </a:extLst>
          </p:cNvPr>
          <p:cNvGrpSpPr/>
          <p:nvPr/>
        </p:nvGrpSpPr>
        <p:grpSpPr>
          <a:xfrm rot="16200000">
            <a:off x="10359339" y="3327678"/>
            <a:ext cx="2172997" cy="800868"/>
            <a:chOff x="2089730" y="5325490"/>
            <a:chExt cx="2172997" cy="78995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81F2F21-1AE6-FBA5-8A6A-AA5E87E53CC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867748" y="5720469"/>
              <a:ext cx="789957" cy="0"/>
            </a:xfrm>
            <a:prstGeom prst="line">
              <a:avLst/>
            </a:prstGeom>
            <a:ln w="57150">
              <a:solidFill>
                <a:schemeClr val="tx1"/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278D1E5-D2F5-A3B2-0DBD-B431452EA40B}"/>
                </a:ext>
              </a:extLst>
            </p:cNvPr>
            <p:cNvSpPr txBox="1"/>
            <p:nvPr/>
          </p:nvSpPr>
          <p:spPr>
            <a:xfrm>
              <a:off x="2089730" y="5525919"/>
              <a:ext cx="21581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Inbound Processing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60F8401-DE35-9599-3506-4BC40E54FFC7}"/>
              </a:ext>
            </a:extLst>
          </p:cNvPr>
          <p:cNvSpPr txBox="1"/>
          <p:nvPr/>
        </p:nvSpPr>
        <p:spPr>
          <a:xfrm>
            <a:off x="-2463440" y="10308701"/>
            <a:ext cx="17321974" cy="500983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algn="ctr"/>
            <a:r>
              <a:rPr lang="en-US" sz="2000" b="0" i="0" dirty="0">
                <a:effectLst/>
              </a:rPr>
              <a:t>Copyright © </a:t>
            </a:r>
            <a:r>
              <a:rPr lang="en-US" sz="2000" dirty="0"/>
              <a:t>2026</a:t>
            </a:r>
            <a:r>
              <a:rPr lang="en-US" sz="2000" b="0" i="0" dirty="0">
                <a:effectLst/>
              </a:rPr>
              <a:t> Michael Herman (Alberta, Canada) – TDW</a:t>
            </a:r>
            <a:r>
              <a:rPr lang="en-US" sz="2000" dirty="0"/>
              <a:t>™ – </a:t>
            </a:r>
            <a:r>
              <a:rPr lang="en-US" sz="2000" b="0" i="0" dirty="0">
                <a:effectLst/>
              </a:rPr>
              <a:t>Creative Commons Attribution-ShareAlike 4.0 International Public License</a:t>
            </a:r>
            <a:endParaRPr lang="en-US" sz="20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83EA33-897C-A9EB-6D82-4D94EE0A8D21}"/>
              </a:ext>
            </a:extLst>
          </p:cNvPr>
          <p:cNvSpPr/>
          <p:nvPr/>
        </p:nvSpPr>
        <p:spPr>
          <a:xfrm>
            <a:off x="2746930" y="2209957"/>
            <a:ext cx="5216255" cy="3425082"/>
          </a:xfrm>
          <a:prstGeom prst="roundRect">
            <a:avLst>
              <a:gd name="adj" fmla="val 4603"/>
            </a:avLst>
          </a:prstGeom>
          <a:solidFill>
            <a:schemeClr val="bg2">
              <a:lumMod val="75000"/>
            </a:schemeClr>
          </a:solidFill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PowerShell Runspace Pool</a:t>
            </a: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4C1EBD51-2990-93EE-05D1-B3E8701CBA33}"/>
              </a:ext>
            </a:extLst>
          </p:cNvPr>
          <p:cNvGrpSpPr/>
          <p:nvPr/>
        </p:nvGrpSpPr>
        <p:grpSpPr>
          <a:xfrm>
            <a:off x="-1305816" y="1359998"/>
            <a:ext cx="1368000" cy="1368000"/>
            <a:chOff x="-1305816" y="1461598"/>
            <a:chExt cx="1368000" cy="1368000"/>
          </a:xfrm>
        </p:grpSpPr>
        <p:pic>
          <p:nvPicPr>
            <p:cNvPr id="4" name="Graphic 3" descr="Smart Phone with solid fill">
              <a:extLst>
                <a:ext uri="{FF2B5EF4-FFF2-40B4-BE49-F238E27FC236}">
                  <a16:creationId xmlns:a16="http://schemas.microsoft.com/office/drawing/2014/main" id="{A3A96DFA-433C-78C3-4245-79724D32F6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305816" y="1461598"/>
              <a:ext cx="1368000" cy="136800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AA6A2A3-A2BD-7239-6709-DD80A915F63B}"/>
                </a:ext>
              </a:extLst>
            </p:cNvPr>
            <p:cNvSpPr txBox="1"/>
            <p:nvPr/>
          </p:nvSpPr>
          <p:spPr>
            <a:xfrm>
              <a:off x="-957720" y="1710882"/>
              <a:ext cx="677108" cy="848950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pPr algn="ctr"/>
              <a:r>
                <a:rPr lang="en-US" sz="1600" b="1" dirty="0"/>
                <a:t>UX/GR/</a:t>
              </a:r>
            </a:p>
            <a:p>
              <a:pPr algn="ctr"/>
              <a:r>
                <a:rPr lang="en-US" sz="1600" b="1" dirty="0"/>
                <a:t>HTML</a:t>
              </a:r>
            </a:p>
          </p:txBody>
        </p:sp>
      </p:grpSp>
      <p:sp>
        <p:nvSpPr>
          <p:cNvPr id="41" name="Oval 40">
            <a:extLst>
              <a:ext uri="{FF2B5EF4-FFF2-40B4-BE49-F238E27FC236}">
                <a16:creationId xmlns:a16="http://schemas.microsoft.com/office/drawing/2014/main" id="{0CDA3CBB-051E-D153-054D-9B30B3BE1B06}"/>
              </a:ext>
            </a:extLst>
          </p:cNvPr>
          <p:cNvSpPr/>
          <p:nvPr/>
        </p:nvSpPr>
        <p:spPr>
          <a:xfrm>
            <a:off x="-834690" y="5177263"/>
            <a:ext cx="468000" cy="468000"/>
          </a:xfrm>
          <a:prstGeom prst="ellipse">
            <a:avLst/>
          </a:prstGeom>
          <a:solidFill>
            <a:srgbClr val="E9E7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D62D712-26FE-EF7C-88A2-0548CBD09888}"/>
              </a:ext>
            </a:extLst>
          </p:cNvPr>
          <p:cNvGrpSpPr/>
          <p:nvPr/>
        </p:nvGrpSpPr>
        <p:grpSpPr>
          <a:xfrm>
            <a:off x="-1161816" y="4777063"/>
            <a:ext cx="1080000" cy="1080000"/>
            <a:chOff x="-1161816" y="4853263"/>
            <a:chExt cx="1080000" cy="1080000"/>
          </a:xfrm>
        </p:grpSpPr>
        <p:pic>
          <p:nvPicPr>
            <p:cNvPr id="35" name="Graphic 34" descr="Watch with solid fill">
              <a:extLst>
                <a:ext uri="{FF2B5EF4-FFF2-40B4-BE49-F238E27FC236}">
                  <a16:creationId xmlns:a16="http://schemas.microsoft.com/office/drawing/2014/main" id="{FBAB4C19-476B-219B-7F84-ADC1C921EE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1161816" y="4853263"/>
              <a:ext cx="1080000" cy="10800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FD111E3-4BD2-A2AE-D814-6BDADF1A672F}"/>
                </a:ext>
              </a:extLst>
            </p:cNvPr>
            <p:cNvSpPr txBox="1"/>
            <p:nvPr/>
          </p:nvSpPr>
          <p:spPr>
            <a:xfrm>
              <a:off x="-886273" y="5197938"/>
              <a:ext cx="5629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UX</a:t>
              </a: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DDD3FA-BAEC-1744-F4A9-D46ADD7EDA0F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-280612" y="2033757"/>
            <a:ext cx="2221850" cy="0"/>
          </a:xfrm>
          <a:prstGeom prst="line">
            <a:avLst/>
          </a:prstGeom>
          <a:ln w="571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347AAEF-ADBD-6755-638C-E7C6CDCEC153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-323298" y="5306404"/>
            <a:ext cx="1122463" cy="0"/>
          </a:xfrm>
          <a:prstGeom prst="line">
            <a:avLst/>
          </a:prstGeom>
          <a:ln w="571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4264323-2F6B-DC61-43F7-5A1A23CA60D1}"/>
              </a:ext>
            </a:extLst>
          </p:cNvPr>
          <p:cNvSpPr/>
          <p:nvPr/>
        </p:nvSpPr>
        <p:spPr>
          <a:xfrm>
            <a:off x="149776" y="1885832"/>
            <a:ext cx="409821" cy="3822846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Internet/LAN/P2P</a:t>
            </a:r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62C8583D-9FE3-20C4-4A25-2E1FD36C05E4}"/>
              </a:ext>
            </a:extLst>
          </p:cNvPr>
          <p:cNvGrpSpPr/>
          <p:nvPr/>
        </p:nvGrpSpPr>
        <p:grpSpPr>
          <a:xfrm>
            <a:off x="-1305816" y="2563218"/>
            <a:ext cx="1368000" cy="1368000"/>
            <a:chOff x="-1305816" y="2563218"/>
            <a:chExt cx="1368000" cy="1368000"/>
          </a:xfrm>
        </p:grpSpPr>
        <p:pic>
          <p:nvPicPr>
            <p:cNvPr id="19" name="Graphic 18" descr="Tablet with solid fill">
              <a:extLst>
                <a:ext uri="{FF2B5EF4-FFF2-40B4-BE49-F238E27FC236}">
                  <a16:creationId xmlns:a16="http://schemas.microsoft.com/office/drawing/2014/main" id="{B17E2AC6-3525-B0B1-E0C3-A07D7F530F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1305816" y="2563218"/>
              <a:ext cx="1368000" cy="1368000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79BAD11-DFF9-481C-676F-8CFBE6BB015B}"/>
                </a:ext>
              </a:extLst>
            </p:cNvPr>
            <p:cNvSpPr txBox="1"/>
            <p:nvPr/>
          </p:nvSpPr>
          <p:spPr>
            <a:xfrm>
              <a:off x="-1132719" y="2954634"/>
              <a:ext cx="10187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UX/GR/</a:t>
              </a:r>
            </a:p>
            <a:p>
              <a:pPr algn="ctr"/>
              <a:r>
                <a:rPr lang="en-US" sz="1600" b="1" dirty="0"/>
                <a:t>HTML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BC391BA8-44AC-C914-5CAA-A8860C1F700A}"/>
              </a:ext>
            </a:extLst>
          </p:cNvPr>
          <p:cNvGrpSpPr/>
          <p:nvPr/>
        </p:nvGrpSpPr>
        <p:grpSpPr>
          <a:xfrm>
            <a:off x="-1305816" y="3562041"/>
            <a:ext cx="1368000" cy="1368000"/>
            <a:chOff x="-1305816" y="3625541"/>
            <a:chExt cx="1368000" cy="1368000"/>
          </a:xfrm>
        </p:grpSpPr>
        <p:pic>
          <p:nvPicPr>
            <p:cNvPr id="31" name="Graphic 30" descr="Laptop with solid fill">
              <a:extLst>
                <a:ext uri="{FF2B5EF4-FFF2-40B4-BE49-F238E27FC236}">
                  <a16:creationId xmlns:a16="http://schemas.microsoft.com/office/drawing/2014/main" id="{7637921C-1198-3C02-A14D-4EFFCD3C78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1305816" y="3625541"/>
              <a:ext cx="1368000" cy="1368000"/>
            </a:xfrm>
            <a:prstGeom prst="rect">
              <a:avLst/>
            </a:prstGeom>
          </p:spPr>
        </p:pic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69E5401-01BD-1892-E90A-81FE4FFB5B24}"/>
                </a:ext>
              </a:extLst>
            </p:cNvPr>
            <p:cNvSpPr txBox="1"/>
            <p:nvPr/>
          </p:nvSpPr>
          <p:spPr>
            <a:xfrm>
              <a:off x="-1125282" y="3935008"/>
              <a:ext cx="10187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UX/GR/</a:t>
              </a:r>
            </a:p>
            <a:p>
              <a:pPr algn="ctr"/>
              <a:r>
                <a:rPr lang="en-US" sz="1600" b="1" dirty="0"/>
                <a:t>HTML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50112663-B975-CC31-2E01-5EEAD395225E}"/>
              </a:ext>
            </a:extLst>
          </p:cNvPr>
          <p:cNvGrpSpPr/>
          <p:nvPr/>
        </p:nvGrpSpPr>
        <p:grpSpPr>
          <a:xfrm>
            <a:off x="12351471" y="959924"/>
            <a:ext cx="3477844" cy="5636571"/>
            <a:chOff x="12351471" y="769424"/>
            <a:chExt cx="3477844" cy="5636571"/>
          </a:xfrm>
        </p:grpSpPr>
        <p:sp>
          <p:nvSpPr>
            <p:cNvPr id="63" name="Arrow: Up-Down 62">
              <a:extLst>
                <a:ext uri="{FF2B5EF4-FFF2-40B4-BE49-F238E27FC236}">
                  <a16:creationId xmlns:a16="http://schemas.microsoft.com/office/drawing/2014/main" id="{A4DCC2D4-C2BC-C599-AB0E-CB926609BE49}"/>
                </a:ext>
              </a:extLst>
            </p:cNvPr>
            <p:cNvSpPr/>
            <p:nvPr/>
          </p:nvSpPr>
          <p:spPr>
            <a:xfrm>
              <a:off x="12351471" y="769424"/>
              <a:ext cx="3477844" cy="5636571"/>
            </a:xfrm>
            <a:prstGeom prst="upDownArrow">
              <a:avLst>
                <a:gd name="adj1" fmla="val 64745"/>
                <a:gd name="adj2" fmla="val 16527"/>
              </a:avLst>
            </a:prstGeom>
            <a:solidFill>
              <a:srgbClr val="0068A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b"/>
            <a:lstStyle/>
            <a:p>
              <a:pPr algn="ctr"/>
              <a:r>
                <a:rPr lang="en-US" sz="2400" b="1" dirty="0"/>
                <a:t>Verifiable Trust Circles (VTC7)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DB61EF3-905A-90C1-B306-B2F3937340EF}"/>
                </a:ext>
              </a:extLst>
            </p:cNvPr>
            <p:cNvGrpSpPr/>
            <p:nvPr/>
          </p:nvGrpSpPr>
          <p:grpSpPr>
            <a:xfrm>
              <a:off x="13264604" y="1491430"/>
              <a:ext cx="1365873" cy="4199753"/>
              <a:chOff x="12829716" y="1234962"/>
              <a:chExt cx="1365873" cy="4199753"/>
            </a:xfrm>
          </p:grpSpPr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5F099ED0-372E-1F25-EC90-B6E4499FCFC7}"/>
                  </a:ext>
                </a:extLst>
              </p:cNvPr>
              <p:cNvSpPr/>
              <p:nvPr/>
            </p:nvSpPr>
            <p:spPr>
              <a:xfrm>
                <a:off x="12829716" y="1234962"/>
                <a:ext cx="1365873" cy="717668"/>
              </a:xfrm>
              <a:prstGeom prst="roundRect">
                <a:avLst>
                  <a:gd name="adj" fmla="val 3925"/>
                </a:avLst>
              </a:prstGeom>
              <a:gradFill flip="none" rotWithShape="1">
                <a:gsLst>
                  <a:gs pos="0">
                    <a:srgbClr val="00B050">
                      <a:tint val="66000"/>
                      <a:satMod val="160000"/>
                    </a:srgbClr>
                  </a:gs>
                  <a:gs pos="50000">
                    <a:srgbClr val="00B050">
                      <a:tint val="44500"/>
                      <a:satMod val="160000"/>
                    </a:srgbClr>
                  </a:gs>
                  <a:gs pos="100000">
                    <a:srgbClr val="00B05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</a:rPr>
                  <a:t>Citizen</a:t>
                </a:r>
              </a:p>
              <a:p>
                <a:pPr algn="ctr"/>
                <a:r>
                  <a:rPr lang="en-US" sz="2200" b="1" dirty="0">
                    <a:solidFill>
                      <a:schemeClr val="tx1"/>
                    </a:solidFill>
                  </a:rPr>
                  <a:t>TDA</a:t>
                </a:r>
              </a:p>
            </p:txBody>
          </p:sp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0CD0CF31-9419-3177-BC90-142FABB1ED02}"/>
                  </a:ext>
                </a:extLst>
              </p:cNvPr>
              <p:cNvSpPr/>
              <p:nvPr/>
            </p:nvSpPr>
            <p:spPr>
              <a:xfrm>
                <a:off x="12829717" y="2106619"/>
                <a:ext cx="1365872" cy="716532"/>
              </a:xfrm>
              <a:prstGeom prst="roundRect">
                <a:avLst>
                  <a:gd name="adj" fmla="val 3925"/>
                </a:avLst>
              </a:prstGeom>
              <a:gradFill flip="none" rotWithShape="1">
                <a:gsLst>
                  <a:gs pos="0">
                    <a:srgbClr val="00B050">
                      <a:tint val="66000"/>
                      <a:satMod val="160000"/>
                    </a:srgbClr>
                  </a:gs>
                  <a:gs pos="50000">
                    <a:srgbClr val="00B050">
                      <a:tint val="44500"/>
                      <a:satMod val="160000"/>
                    </a:srgbClr>
                  </a:gs>
                  <a:gs pos="100000">
                    <a:srgbClr val="00B05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</a:rPr>
                  <a:t>Citizen</a:t>
                </a:r>
              </a:p>
              <a:p>
                <a:pPr algn="ctr"/>
                <a:r>
                  <a:rPr lang="en-US" sz="2200" b="1" dirty="0">
                    <a:solidFill>
                      <a:schemeClr val="tx1"/>
                    </a:solidFill>
                  </a:rPr>
                  <a:t>TDA</a:t>
                </a:r>
              </a:p>
            </p:txBody>
          </p:sp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E059F801-2458-EA92-116F-A97CE5CA6DF3}"/>
                  </a:ext>
                </a:extLst>
              </p:cNvPr>
              <p:cNvSpPr/>
              <p:nvPr/>
            </p:nvSpPr>
            <p:spPr>
              <a:xfrm>
                <a:off x="12829717" y="2977140"/>
                <a:ext cx="1365872" cy="716532"/>
              </a:xfrm>
              <a:prstGeom prst="roundRect">
                <a:avLst>
                  <a:gd name="adj" fmla="val 3925"/>
                </a:avLst>
              </a:prstGeom>
              <a:gradFill flip="none" rotWithShape="1">
                <a:gsLst>
                  <a:gs pos="0">
                    <a:srgbClr val="00B050">
                      <a:tint val="66000"/>
                      <a:satMod val="160000"/>
                    </a:srgbClr>
                  </a:gs>
                  <a:gs pos="50000">
                    <a:srgbClr val="00B050">
                      <a:tint val="44500"/>
                      <a:satMod val="160000"/>
                    </a:srgbClr>
                  </a:gs>
                  <a:gs pos="100000">
                    <a:srgbClr val="00B05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</a:rPr>
                  <a:t>…</a:t>
                </a:r>
              </a:p>
            </p:txBody>
          </p:sp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A2DC4E69-334C-CC14-CC7F-6A72C030C272}"/>
                  </a:ext>
                </a:extLst>
              </p:cNvPr>
              <p:cNvSpPr/>
              <p:nvPr/>
            </p:nvSpPr>
            <p:spPr>
              <a:xfrm>
                <a:off x="12829717" y="4718183"/>
                <a:ext cx="1365872" cy="716532"/>
              </a:xfrm>
              <a:prstGeom prst="roundRect">
                <a:avLst>
                  <a:gd name="adj" fmla="val 3925"/>
                </a:avLst>
              </a:prstGeom>
              <a:gradFill flip="none" rotWithShape="1">
                <a:gsLst>
                  <a:gs pos="0">
                    <a:srgbClr val="00B050">
                      <a:tint val="66000"/>
                      <a:satMod val="160000"/>
                    </a:srgbClr>
                  </a:gs>
                  <a:gs pos="50000">
                    <a:srgbClr val="00B050">
                      <a:tint val="44500"/>
                      <a:satMod val="160000"/>
                    </a:srgbClr>
                  </a:gs>
                  <a:gs pos="100000">
                    <a:srgbClr val="00B05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</a:rPr>
                  <a:t>Citizen</a:t>
                </a:r>
              </a:p>
              <a:p>
                <a:pPr algn="ctr"/>
                <a:r>
                  <a:rPr lang="en-US" sz="2200" b="1" dirty="0">
                    <a:solidFill>
                      <a:schemeClr val="tx1"/>
                    </a:solidFill>
                  </a:rPr>
                  <a:t>TDA</a:t>
                </a:r>
              </a:p>
            </p:txBody>
          </p:sp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11EAE20F-3AA7-8612-D756-DC2253A42E24}"/>
                  </a:ext>
                </a:extLst>
              </p:cNvPr>
              <p:cNvSpPr/>
              <p:nvPr/>
            </p:nvSpPr>
            <p:spPr>
              <a:xfrm>
                <a:off x="12829717" y="3847661"/>
                <a:ext cx="1365872" cy="716532"/>
              </a:xfrm>
              <a:prstGeom prst="roundRect">
                <a:avLst>
                  <a:gd name="adj" fmla="val 3925"/>
                </a:avLst>
              </a:prstGeom>
              <a:gradFill flip="none" rotWithShape="1">
                <a:gsLst>
                  <a:gs pos="0">
                    <a:srgbClr val="00B050">
                      <a:tint val="66000"/>
                      <a:satMod val="160000"/>
                    </a:srgbClr>
                  </a:gs>
                  <a:gs pos="50000">
                    <a:srgbClr val="00B050">
                      <a:tint val="44500"/>
                      <a:satMod val="160000"/>
                    </a:srgbClr>
                  </a:gs>
                  <a:gs pos="100000">
                    <a:srgbClr val="00B05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</a:rPr>
                  <a:t>Citizen</a:t>
                </a:r>
              </a:p>
              <a:p>
                <a:pPr algn="ctr"/>
                <a:r>
                  <a:rPr lang="en-US" sz="2200" b="1" dirty="0">
                    <a:solidFill>
                      <a:schemeClr val="tx1"/>
                    </a:solidFill>
                  </a:rPr>
                  <a:t>TDA</a:t>
                </a:r>
              </a:p>
            </p:txBody>
          </p:sp>
        </p:grp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528DF2F9-AE13-F41E-68F7-58C4E16DD1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1590" y="3591874"/>
              <a:ext cx="740611" cy="19324"/>
            </a:xfrm>
            <a:prstGeom prst="line">
              <a:avLst/>
            </a:prstGeom>
            <a:ln w="571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7476B49-6FA8-90E6-2F00-1AD8A7887C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1590" y="2687949"/>
              <a:ext cx="740611" cy="19324"/>
            </a:xfrm>
            <a:prstGeom prst="line">
              <a:avLst/>
            </a:prstGeom>
            <a:ln w="571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6D1CAB0-34E7-646C-97F6-8C0807C364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1590" y="5251672"/>
              <a:ext cx="740611" cy="19324"/>
            </a:xfrm>
            <a:prstGeom prst="line">
              <a:avLst/>
            </a:prstGeom>
            <a:ln w="571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27AC5106-7137-5238-2EDA-726370EA1B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1590" y="4435662"/>
              <a:ext cx="740611" cy="19324"/>
            </a:xfrm>
            <a:prstGeom prst="line">
              <a:avLst/>
            </a:prstGeom>
            <a:ln w="571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AAD08E8-F934-94AE-19A5-A1C3D7B770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1590" y="2000132"/>
              <a:ext cx="740611" cy="19324"/>
            </a:xfrm>
            <a:prstGeom prst="line">
              <a:avLst/>
            </a:prstGeom>
            <a:ln w="571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06C6A4E6-553D-4204-E2BD-D10ED9D2944A}"/>
                </a:ext>
              </a:extLst>
            </p:cNvPr>
            <p:cNvSpPr/>
            <p:nvPr/>
          </p:nvSpPr>
          <p:spPr>
            <a:xfrm rot="16200000">
              <a:off x="12671000" y="1937438"/>
              <a:ext cx="350982" cy="166255"/>
            </a:xfrm>
            <a:prstGeom prst="round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782347CF-4230-A429-4896-4CD58F2FBB29}"/>
                </a:ext>
              </a:extLst>
            </p:cNvPr>
            <p:cNvSpPr/>
            <p:nvPr/>
          </p:nvSpPr>
          <p:spPr>
            <a:xfrm rot="16200000">
              <a:off x="12671000" y="2611544"/>
              <a:ext cx="350982" cy="166255"/>
            </a:xfrm>
            <a:prstGeom prst="round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123A8174-D739-0FB0-F243-C37C1B29D538}"/>
                </a:ext>
              </a:extLst>
            </p:cNvPr>
            <p:cNvSpPr/>
            <p:nvPr/>
          </p:nvSpPr>
          <p:spPr>
            <a:xfrm rot="16200000">
              <a:off x="12671000" y="3521363"/>
              <a:ext cx="350982" cy="166255"/>
            </a:xfrm>
            <a:prstGeom prst="round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0C266226-2BB0-06AE-85BC-5FAB1AB8D74D}"/>
                </a:ext>
              </a:extLst>
            </p:cNvPr>
            <p:cNvSpPr/>
            <p:nvPr/>
          </p:nvSpPr>
          <p:spPr>
            <a:xfrm rot="16200000">
              <a:off x="12671000" y="4373732"/>
              <a:ext cx="350982" cy="166255"/>
            </a:xfrm>
            <a:prstGeom prst="round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946EC494-1D66-D24C-E220-70FD48EF5BA7}"/>
                </a:ext>
              </a:extLst>
            </p:cNvPr>
            <p:cNvSpPr/>
            <p:nvPr/>
          </p:nvSpPr>
          <p:spPr>
            <a:xfrm rot="16200000">
              <a:off x="12671000" y="5194323"/>
              <a:ext cx="350982" cy="166255"/>
            </a:xfrm>
            <a:prstGeom prst="round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66FD80F1-E78F-D910-B50D-594C1933ED9E}"/>
              </a:ext>
            </a:extLst>
          </p:cNvPr>
          <p:cNvGrpSpPr/>
          <p:nvPr/>
        </p:nvGrpSpPr>
        <p:grpSpPr>
          <a:xfrm>
            <a:off x="-2463441" y="1436197"/>
            <a:ext cx="1194367" cy="4621701"/>
            <a:chOff x="-2463441" y="1436197"/>
            <a:chExt cx="1194367" cy="462170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E07A916-BB67-2163-C43D-EA345B5639FA}"/>
                </a:ext>
              </a:extLst>
            </p:cNvPr>
            <p:cNvSpPr txBox="1"/>
            <p:nvPr/>
          </p:nvSpPr>
          <p:spPr>
            <a:xfrm rot="16200000">
              <a:off x="-3849229" y="3477743"/>
              <a:ext cx="4621701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Command Li</a:t>
              </a:r>
              <a:r>
                <a:rPr lang="en-US" b="1" dirty="0">
                  <a:solidFill>
                    <a:schemeClr val="tx1"/>
                  </a:solidFill>
                </a:rPr>
                <a:t>ne/Touch Interfaces (CLTIs)</a:t>
              </a:r>
            </a:p>
            <a:p>
              <a:pPr algn="ctr"/>
              <a:r>
                <a:rPr lang="en-US" sz="1100" b="1" dirty="0"/>
                <a:t>(Windows, Linux Android, iOS, </a:t>
              </a:r>
              <a:r>
                <a:rPr lang="en-US" sz="1100" b="1" dirty="0" err="1"/>
                <a:t>FireOS</a:t>
              </a:r>
              <a:r>
                <a:rPr lang="en-US" sz="1100" b="1" dirty="0"/>
                <a:t>)</a:t>
              </a:r>
              <a:endParaRPr lang="en-US" sz="1100" b="1" dirty="0">
                <a:solidFill>
                  <a:schemeClr val="tx1"/>
                </a:solidFill>
              </a:endParaRPr>
            </a:p>
          </p:txBody>
        </p:sp>
        <p:pic>
          <p:nvPicPr>
            <p:cNvPr id="88" name="Graphic 87" descr="Keyboard with solid fill">
              <a:extLst>
                <a:ext uri="{FF2B5EF4-FFF2-40B4-BE49-F238E27FC236}">
                  <a16:creationId xmlns:a16="http://schemas.microsoft.com/office/drawing/2014/main" id="{BD91EBF1-2971-A069-6568-BE56CD69A0F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6200000">
              <a:off x="-2463441" y="3278877"/>
              <a:ext cx="914400" cy="914400"/>
            </a:xfrm>
            <a:prstGeom prst="rect">
              <a:avLst/>
            </a:prstGeom>
          </p:spPr>
        </p:pic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D35DBFF2-EB78-F8CD-1036-6FB3716E2375}"/>
              </a:ext>
            </a:extLst>
          </p:cNvPr>
          <p:cNvSpPr txBox="1"/>
          <p:nvPr/>
        </p:nvSpPr>
        <p:spPr>
          <a:xfrm>
            <a:off x="4474322" y="699740"/>
            <a:ext cx="9473217" cy="402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Sovrona (SVRN7) Shared Reserve Currency </a:t>
            </a:r>
            <a:r>
              <a:rPr lang="en-US" sz="2000" b="1" dirty="0">
                <a:solidFill>
                  <a:schemeClr val="tx1"/>
                </a:solidFill>
              </a:rPr>
              <a:t>(SRC)</a:t>
            </a:r>
          </a:p>
        </p:txBody>
      </p:sp>
      <p:sp>
        <p:nvSpPr>
          <p:cNvPr id="44" name="Cylinder 43">
            <a:extLst>
              <a:ext uri="{FF2B5EF4-FFF2-40B4-BE49-F238E27FC236}">
                <a16:creationId xmlns:a16="http://schemas.microsoft.com/office/drawing/2014/main" id="{48070C81-AC9D-EAE1-7B57-A8A148A5EEEC}"/>
              </a:ext>
            </a:extLst>
          </p:cNvPr>
          <p:cNvSpPr/>
          <p:nvPr/>
        </p:nvSpPr>
        <p:spPr>
          <a:xfrm>
            <a:off x="4499075" y="6743798"/>
            <a:ext cx="1397865" cy="1404293"/>
          </a:xfrm>
          <a:prstGeom prst="can">
            <a:avLst/>
          </a:prstGeom>
          <a:solidFill>
            <a:srgbClr val="002060"/>
          </a:solidFill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DID Doc Registry</a:t>
            </a:r>
          </a:p>
          <a:p>
            <a:pPr algn="ctr"/>
            <a:r>
              <a:rPr lang="en-US" sz="2000" b="1" dirty="0"/>
              <a:t>(LiteDB)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145FBA6-A9B1-84ED-49D4-9A95CD0F1BBA}"/>
              </a:ext>
            </a:extLst>
          </p:cNvPr>
          <p:cNvSpPr/>
          <p:nvPr/>
        </p:nvSpPr>
        <p:spPr>
          <a:xfrm>
            <a:off x="6219240" y="6912549"/>
            <a:ext cx="2775019" cy="430160"/>
          </a:xfrm>
          <a:prstGeom prst="rect">
            <a:avLst/>
          </a:prstGeom>
          <a:solidFill>
            <a:srgbClr val="002060"/>
          </a:solidFill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DID Doc Resolver</a:t>
            </a:r>
          </a:p>
        </p:txBody>
      </p:sp>
      <p:sp>
        <p:nvSpPr>
          <p:cNvPr id="77" name="Cylinder 76">
            <a:extLst>
              <a:ext uri="{FF2B5EF4-FFF2-40B4-BE49-F238E27FC236}">
                <a16:creationId xmlns:a16="http://schemas.microsoft.com/office/drawing/2014/main" id="{9137CA1C-F13F-E550-D623-8128E2A0B3B5}"/>
              </a:ext>
            </a:extLst>
          </p:cNvPr>
          <p:cNvSpPr/>
          <p:nvPr/>
        </p:nvSpPr>
        <p:spPr>
          <a:xfrm>
            <a:off x="6053817" y="7435056"/>
            <a:ext cx="1397865" cy="1404293"/>
          </a:xfrm>
          <a:prstGeom prst="can">
            <a:avLst/>
          </a:prstGeom>
          <a:solidFill>
            <a:srgbClr val="002060"/>
          </a:solidFill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VC Doc</a:t>
            </a:r>
          </a:p>
          <a:p>
            <a:pPr algn="ctr"/>
            <a:r>
              <a:rPr lang="en-US" sz="2000" b="1" dirty="0"/>
              <a:t>Registry</a:t>
            </a:r>
          </a:p>
          <a:p>
            <a:pPr algn="ctr"/>
            <a:r>
              <a:rPr lang="en-US" sz="2000" b="1" dirty="0"/>
              <a:t>(LiteDB)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9397A85-A508-01D8-D09C-D98DC79092F8}"/>
              </a:ext>
            </a:extLst>
          </p:cNvPr>
          <p:cNvSpPr/>
          <p:nvPr/>
        </p:nvSpPr>
        <p:spPr>
          <a:xfrm>
            <a:off x="7698150" y="7874795"/>
            <a:ext cx="2468255" cy="432000"/>
          </a:xfrm>
          <a:prstGeom prst="rect">
            <a:avLst/>
          </a:prstGeom>
          <a:solidFill>
            <a:srgbClr val="002060"/>
          </a:solidFill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VC Doc Resolver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502725A-0AAB-E3ED-F1F5-808DC92418C0}"/>
              </a:ext>
            </a:extLst>
          </p:cNvPr>
          <p:cNvGrpSpPr/>
          <p:nvPr/>
        </p:nvGrpSpPr>
        <p:grpSpPr>
          <a:xfrm>
            <a:off x="8149448" y="2209956"/>
            <a:ext cx="903677" cy="3425082"/>
            <a:chOff x="8085948" y="2033757"/>
            <a:chExt cx="903677" cy="3601281"/>
          </a:xfrm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419D945B-6F88-1410-9A95-B69F85A743CC}"/>
                </a:ext>
              </a:extLst>
            </p:cNvPr>
            <p:cNvSpPr/>
            <p:nvPr/>
          </p:nvSpPr>
          <p:spPr>
            <a:xfrm>
              <a:off x="8085948" y="2033757"/>
              <a:ext cx="903677" cy="3601281"/>
            </a:xfrm>
            <a:prstGeom prst="roundRect">
              <a:avLst>
                <a:gd name="adj" fmla="val 10497"/>
              </a:avLst>
            </a:prstGeom>
            <a:gradFill flip="none" rotWithShape="1">
              <a:gsLst>
                <a:gs pos="0">
                  <a:schemeClr val="accent4">
                    <a:tint val="66000"/>
                    <a:satMod val="160000"/>
                  </a:schemeClr>
                </a:gs>
                <a:gs pos="50000">
                  <a:schemeClr val="accent4">
                    <a:tint val="44500"/>
                    <a:satMod val="160000"/>
                  </a:schemeClr>
                </a:gs>
                <a:gs pos="100000">
                  <a:schemeClr val="accent4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t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DIDComm V2 Messaging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7DAE847-8AD0-2EDC-9246-28930F60EAFC}"/>
                </a:ext>
              </a:extLst>
            </p:cNvPr>
            <p:cNvGrpSpPr/>
            <p:nvPr/>
          </p:nvGrpSpPr>
          <p:grpSpPr>
            <a:xfrm>
              <a:off x="8597102" y="2292210"/>
              <a:ext cx="369332" cy="1333945"/>
              <a:chOff x="9059737" y="2031468"/>
              <a:chExt cx="369332" cy="1333945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A82E8838-882F-0B57-0893-0107D313B121}"/>
                  </a:ext>
                </a:extLst>
              </p:cNvPr>
              <p:cNvSpPr/>
              <p:nvPr/>
            </p:nvSpPr>
            <p:spPr>
              <a:xfrm rot="16200000">
                <a:off x="9084322" y="2123833"/>
                <a:ext cx="350985" cy="166255"/>
              </a:xfrm>
              <a:prstGeom prst="round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F5EC450-79EC-5CFE-1BE5-980A9903712B}"/>
                  </a:ext>
                </a:extLst>
              </p:cNvPr>
              <p:cNvSpPr txBox="1"/>
              <p:nvPr/>
            </p:nvSpPr>
            <p:spPr>
              <a:xfrm rot="16200000">
                <a:off x="8745319" y="2681664"/>
                <a:ext cx="9981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dirty="0"/>
                  <a:t>Unpack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D0945D84-F61C-36C2-F480-E6DB6F13C038}"/>
                </a:ext>
              </a:extLst>
            </p:cNvPr>
            <p:cNvGrpSpPr/>
            <p:nvPr/>
          </p:nvGrpSpPr>
          <p:grpSpPr>
            <a:xfrm>
              <a:off x="8595748" y="3850651"/>
              <a:ext cx="369332" cy="1090809"/>
              <a:chOff x="12521590" y="5444505"/>
              <a:chExt cx="369332" cy="1090809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3B4D8978-853D-6FB1-CA33-8884F06318A8}"/>
                  </a:ext>
                </a:extLst>
              </p:cNvPr>
              <p:cNvSpPr/>
              <p:nvPr/>
            </p:nvSpPr>
            <p:spPr>
              <a:xfrm rot="16200000">
                <a:off x="12531600" y="6276695"/>
                <a:ext cx="350982" cy="166255"/>
              </a:xfrm>
              <a:prstGeom prst="round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9E2A25F-00B9-39B2-FF30-77E5F7559148}"/>
                  </a:ext>
                </a:extLst>
              </p:cNvPr>
              <p:cNvSpPr txBox="1"/>
              <p:nvPr/>
            </p:nvSpPr>
            <p:spPr>
              <a:xfrm rot="16200000">
                <a:off x="12321412" y="5644683"/>
                <a:ext cx="7696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Pack</a:t>
                </a:r>
              </a:p>
            </p:txBody>
          </p:sp>
        </p:grpSp>
      </p:grp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75F75E5-E78A-5EAD-95CA-AFCEADB9339A}"/>
              </a:ext>
            </a:extLst>
          </p:cNvPr>
          <p:cNvCxnSpPr>
            <a:cxnSpLocks/>
            <a:stCxn id="2" idx="2"/>
          </p:cNvCxnSpPr>
          <p:nvPr/>
        </p:nvCxnSpPr>
        <p:spPr>
          <a:xfrm flipV="1">
            <a:off x="8943807" y="2622662"/>
            <a:ext cx="561949" cy="9"/>
          </a:xfrm>
          <a:prstGeom prst="line">
            <a:avLst/>
          </a:prstGeom>
          <a:ln w="57150">
            <a:solidFill>
              <a:schemeClr val="tx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394F8CB4-5337-1B94-77FA-9C91F3E5CD89}"/>
              </a:ext>
            </a:extLst>
          </p:cNvPr>
          <p:cNvCxnSpPr>
            <a:cxnSpLocks/>
            <a:stCxn id="33" idx="2"/>
          </p:cNvCxnSpPr>
          <p:nvPr/>
        </p:nvCxnSpPr>
        <p:spPr>
          <a:xfrm flipV="1">
            <a:off x="8927877" y="4774045"/>
            <a:ext cx="736823" cy="34444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543A4E9-5B43-1894-3523-9E2943A8A932}"/>
              </a:ext>
            </a:extLst>
          </p:cNvPr>
          <p:cNvGrpSpPr/>
          <p:nvPr/>
        </p:nvGrpSpPr>
        <p:grpSpPr>
          <a:xfrm>
            <a:off x="2876077" y="2640149"/>
            <a:ext cx="4950568" cy="2870290"/>
            <a:chOff x="2876077" y="2640149"/>
            <a:chExt cx="4950568" cy="287029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CA4DB7B-D0EB-DE90-998F-468368A1AA6F}"/>
                </a:ext>
              </a:extLst>
            </p:cNvPr>
            <p:cNvSpPr/>
            <p:nvPr/>
          </p:nvSpPr>
          <p:spPr>
            <a:xfrm>
              <a:off x="2876077" y="2640149"/>
              <a:ext cx="3228018" cy="2870290"/>
            </a:xfrm>
            <a:prstGeom prst="roundRect">
              <a:avLst>
                <a:gd name="adj" fmla="val 10037"/>
              </a:avLst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Agent 1 Runspace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79610E7-4987-32F9-2D3F-9E388E15ACDB}"/>
                </a:ext>
              </a:extLst>
            </p:cNvPr>
            <p:cNvSpPr/>
            <p:nvPr/>
          </p:nvSpPr>
          <p:spPr>
            <a:xfrm>
              <a:off x="2997465" y="4774045"/>
              <a:ext cx="2960444" cy="609274"/>
            </a:xfrm>
            <a:prstGeom prst="roundRect">
              <a:avLst/>
            </a:prstGeom>
            <a:solidFill>
              <a:srgbClr val="FFC48F"/>
            </a:solidFill>
            <a:ln w="76200">
              <a:solidFill>
                <a:srgbClr val="FE78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DIDComm Message Switchboard</a:t>
              </a: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EF2306B1-96F1-4316-8D2F-E63AB412E35D}"/>
                </a:ext>
              </a:extLst>
            </p:cNvPr>
            <p:cNvGrpSpPr/>
            <p:nvPr/>
          </p:nvGrpSpPr>
          <p:grpSpPr>
            <a:xfrm>
              <a:off x="2997465" y="3679202"/>
              <a:ext cx="2973244" cy="983559"/>
              <a:chOff x="2997465" y="3738363"/>
              <a:chExt cx="2973244" cy="983559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A56B70FC-E106-F309-7624-468FB051CF61}"/>
                  </a:ext>
                </a:extLst>
              </p:cNvPr>
              <p:cNvSpPr/>
              <p:nvPr/>
            </p:nvSpPr>
            <p:spPr>
              <a:xfrm>
                <a:off x="2997465" y="3738363"/>
                <a:ext cx="1203132" cy="425025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Email</a:t>
                </a:r>
              </a:p>
            </p:txBody>
          </p:sp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B093C860-4576-99C6-1EDA-D30C0D10C631}"/>
                  </a:ext>
                </a:extLst>
              </p:cNvPr>
              <p:cNvSpPr/>
              <p:nvPr/>
            </p:nvSpPr>
            <p:spPr>
              <a:xfrm>
                <a:off x="4342074" y="3744918"/>
                <a:ext cx="1628635" cy="424800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Calendar</a:t>
                </a:r>
              </a:p>
            </p:txBody>
          </p:sp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4536B57A-7C82-D6C2-6FFE-E659977AEAFA}"/>
                  </a:ext>
                </a:extLst>
              </p:cNvPr>
              <p:cNvSpPr/>
              <p:nvPr/>
            </p:nvSpPr>
            <p:spPr>
              <a:xfrm>
                <a:off x="2997465" y="4290342"/>
                <a:ext cx="1203132" cy="425025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Presence</a:t>
                </a:r>
              </a:p>
            </p:txBody>
          </p:sp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9B6245BD-FA8F-9714-EF0E-5C4E0C0FFECC}"/>
                  </a:ext>
                </a:extLst>
              </p:cNvPr>
              <p:cNvSpPr/>
              <p:nvPr/>
            </p:nvSpPr>
            <p:spPr>
              <a:xfrm>
                <a:off x="4342074" y="4296897"/>
                <a:ext cx="1628635" cy="425025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Notifications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E8F0F57-060E-4057-9DF4-688F9DCEA8B4}"/>
                </a:ext>
              </a:extLst>
            </p:cNvPr>
            <p:cNvGrpSpPr/>
            <p:nvPr/>
          </p:nvGrpSpPr>
          <p:grpSpPr>
            <a:xfrm>
              <a:off x="6224875" y="3849954"/>
              <a:ext cx="1596833" cy="751157"/>
              <a:chOff x="6224875" y="3830991"/>
              <a:chExt cx="1596833" cy="751157"/>
            </a:xfrm>
          </p:grpSpPr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C7FFA8CA-DD78-BDFB-C505-ABDA2C48BAB4}"/>
                  </a:ext>
                </a:extLst>
              </p:cNvPr>
              <p:cNvSpPr/>
              <p:nvPr/>
            </p:nvSpPr>
            <p:spPr>
              <a:xfrm>
                <a:off x="6224875" y="3830991"/>
                <a:ext cx="1596833" cy="751157"/>
              </a:xfrm>
              <a:prstGeom prst="roundRect">
                <a:avLst>
                  <a:gd name="adj" fmla="val 10037"/>
                </a:avLst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Agent 3</a:t>
                </a:r>
              </a:p>
            </p:txBody>
          </p:sp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CB3D6A77-8E21-F086-3719-6168F5EE9C0F}"/>
                  </a:ext>
                </a:extLst>
              </p:cNvPr>
              <p:cNvSpPr/>
              <p:nvPr/>
            </p:nvSpPr>
            <p:spPr>
              <a:xfrm>
                <a:off x="6321851" y="4234434"/>
                <a:ext cx="1406464" cy="252477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…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65C1F10-2071-4249-8058-040C12C9485B}"/>
                </a:ext>
              </a:extLst>
            </p:cNvPr>
            <p:cNvGrpSpPr/>
            <p:nvPr/>
          </p:nvGrpSpPr>
          <p:grpSpPr>
            <a:xfrm>
              <a:off x="6229812" y="2940627"/>
              <a:ext cx="1596833" cy="751157"/>
              <a:chOff x="6229812" y="2977486"/>
              <a:chExt cx="1596833" cy="751157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0E8258F1-F513-D37F-75EA-6FFC554152EE}"/>
                  </a:ext>
                </a:extLst>
              </p:cNvPr>
              <p:cNvSpPr/>
              <p:nvPr/>
            </p:nvSpPr>
            <p:spPr>
              <a:xfrm>
                <a:off x="6229812" y="2977486"/>
                <a:ext cx="1596833" cy="751157"/>
              </a:xfrm>
              <a:prstGeom prst="roundRect">
                <a:avLst>
                  <a:gd name="adj" fmla="val 10037"/>
                </a:avLst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Agent 2</a:t>
                </a:r>
              </a:p>
            </p:txBody>
          </p:sp>
          <p:sp>
            <p:nvSpPr>
              <p:cNvPr id="96" name="Rectangle: Rounded Corners 95">
                <a:extLst>
                  <a:ext uri="{FF2B5EF4-FFF2-40B4-BE49-F238E27FC236}">
                    <a16:creationId xmlns:a16="http://schemas.microsoft.com/office/drawing/2014/main" id="{A195DDB1-2B4E-451B-4BE2-7DBCFD029D63}"/>
                  </a:ext>
                </a:extLst>
              </p:cNvPr>
              <p:cNvSpPr/>
              <p:nvPr/>
            </p:nvSpPr>
            <p:spPr>
              <a:xfrm>
                <a:off x="6281958" y="3373063"/>
                <a:ext cx="1508991" cy="338493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LOBE A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B218194-5C70-A5D8-C975-7EE60C71458E}"/>
                </a:ext>
              </a:extLst>
            </p:cNvPr>
            <p:cNvGrpSpPr/>
            <p:nvPr/>
          </p:nvGrpSpPr>
          <p:grpSpPr>
            <a:xfrm>
              <a:off x="6224875" y="4759281"/>
              <a:ext cx="1596833" cy="751157"/>
              <a:chOff x="6224875" y="4695781"/>
              <a:chExt cx="1596833" cy="751157"/>
            </a:xfrm>
          </p:grpSpPr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25E75484-9360-4DB9-3075-E402445AAB16}"/>
                  </a:ext>
                </a:extLst>
              </p:cNvPr>
              <p:cNvSpPr/>
              <p:nvPr/>
            </p:nvSpPr>
            <p:spPr>
              <a:xfrm>
                <a:off x="6224875" y="4695781"/>
                <a:ext cx="1596833" cy="751157"/>
              </a:xfrm>
              <a:prstGeom prst="roundRect">
                <a:avLst>
                  <a:gd name="adj" fmla="val 10037"/>
                </a:avLst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Agent N</a:t>
                </a:r>
              </a:p>
            </p:txBody>
          </p:sp>
          <p:sp>
            <p:nvSpPr>
              <p:cNvPr id="97" name="Rectangle: Rounded Corners 96">
                <a:extLst>
                  <a:ext uri="{FF2B5EF4-FFF2-40B4-BE49-F238E27FC236}">
                    <a16:creationId xmlns:a16="http://schemas.microsoft.com/office/drawing/2014/main" id="{E4823FC0-79B2-948C-1E9D-62C43F635C63}"/>
                  </a:ext>
                </a:extLst>
              </p:cNvPr>
              <p:cNvSpPr/>
              <p:nvPr/>
            </p:nvSpPr>
            <p:spPr>
              <a:xfrm>
                <a:off x="6320059" y="5087715"/>
                <a:ext cx="1406464" cy="252477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LOBE Z</a:t>
                </a:r>
              </a:p>
            </p:txBody>
          </p:sp>
        </p:grpSp>
      </p:grp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7CCBD78F-251A-8FAC-F4BC-95B304F1C743}"/>
              </a:ext>
            </a:extLst>
          </p:cNvPr>
          <p:cNvCxnSpPr>
            <a:cxnSpLocks/>
            <a:endCxn id="123" idx="1"/>
          </p:cNvCxnSpPr>
          <p:nvPr/>
        </p:nvCxnSpPr>
        <p:spPr>
          <a:xfrm rot="16200000" flipH="1">
            <a:off x="4323138" y="5509745"/>
            <a:ext cx="640662" cy="306768"/>
          </a:xfrm>
          <a:prstGeom prst="bentConnector2">
            <a:avLst/>
          </a:prstGeom>
          <a:ln w="57150">
            <a:solidFill>
              <a:schemeClr val="accent5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A3F3B749-7167-93AB-A8BC-9CB1FA8579B9}"/>
              </a:ext>
            </a:extLst>
          </p:cNvPr>
          <p:cNvCxnSpPr>
            <a:cxnSpLocks/>
            <a:stCxn id="85" idx="2"/>
            <a:endCxn id="123" idx="3"/>
          </p:cNvCxnSpPr>
          <p:nvPr/>
        </p:nvCxnSpPr>
        <p:spPr>
          <a:xfrm rot="5400000">
            <a:off x="7824753" y="5206926"/>
            <a:ext cx="348422" cy="1204647"/>
          </a:xfrm>
          <a:prstGeom prst="bentConnector2">
            <a:avLst/>
          </a:prstGeom>
          <a:ln w="5715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ylinder 7">
            <a:extLst>
              <a:ext uri="{FF2B5EF4-FFF2-40B4-BE49-F238E27FC236}">
                <a16:creationId xmlns:a16="http://schemas.microsoft.com/office/drawing/2014/main" id="{10FCD48C-D60A-98EC-6C67-59C8C78FF5B9}"/>
              </a:ext>
            </a:extLst>
          </p:cNvPr>
          <p:cNvSpPr/>
          <p:nvPr/>
        </p:nvSpPr>
        <p:spPr>
          <a:xfrm>
            <a:off x="2730809" y="5772853"/>
            <a:ext cx="1538899" cy="1480689"/>
          </a:xfrm>
          <a:prstGeom prst="can">
            <a:avLst/>
          </a:prstGeom>
          <a:solidFill>
            <a:srgbClr val="002060"/>
          </a:solidFill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Long-Term</a:t>
            </a:r>
          </a:p>
          <a:p>
            <a:pPr algn="ctr"/>
            <a:r>
              <a:rPr lang="en-US" sz="2000" b="1" dirty="0"/>
              <a:t>Message Memory</a:t>
            </a:r>
          </a:p>
          <a:p>
            <a:pPr algn="ctr"/>
            <a:r>
              <a:rPr lang="en-US" sz="2000" b="1" dirty="0"/>
              <a:t>(LiteDB)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4F5DC335-69CD-407A-311B-64F5E92457AD}"/>
              </a:ext>
            </a:extLst>
          </p:cNvPr>
          <p:cNvSpPr/>
          <p:nvPr/>
        </p:nvSpPr>
        <p:spPr>
          <a:xfrm>
            <a:off x="4796853" y="5767460"/>
            <a:ext cx="2599787" cy="432000"/>
          </a:xfrm>
          <a:prstGeom prst="rect">
            <a:avLst/>
          </a:prstGeom>
          <a:solidFill>
            <a:srgbClr val="002060"/>
          </a:solidFill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IMemoryCache</a:t>
            </a: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90B16AB8-195F-8C40-BDE1-C13C7A8FD475}"/>
              </a:ext>
            </a:extLst>
          </p:cNvPr>
          <p:cNvGrpSpPr/>
          <p:nvPr/>
        </p:nvGrpSpPr>
        <p:grpSpPr>
          <a:xfrm>
            <a:off x="-2247406" y="6585711"/>
            <a:ext cx="4495690" cy="3649485"/>
            <a:chOff x="-2832100" y="5856603"/>
            <a:chExt cx="4495690" cy="3649485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2D0555C2-493B-2954-5844-16F3DC3888D1}"/>
                </a:ext>
              </a:extLst>
            </p:cNvPr>
            <p:cNvSpPr/>
            <p:nvPr/>
          </p:nvSpPr>
          <p:spPr>
            <a:xfrm>
              <a:off x="-2832100" y="5856603"/>
              <a:ext cx="4495690" cy="364948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571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  <a:latin typeface="Koblenz Serial" panose="02000000000000000000" pitchFamily="50" charset="0"/>
                  <a:cs typeface="Cascadia Code" panose="020B0609020000020004" pitchFamily="49" charset="0"/>
                </a:rPr>
                <a:t>PP Legend</a:t>
              </a: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F58BDE89-3EA3-96B2-F371-97B76FEEAC5A}"/>
                </a:ext>
              </a:extLst>
            </p:cNvPr>
            <p:cNvSpPr/>
            <p:nvPr/>
          </p:nvSpPr>
          <p:spPr>
            <a:xfrm>
              <a:off x="-1407678" y="6593257"/>
              <a:ext cx="1203132" cy="425025"/>
            </a:xfrm>
            <a:prstGeom prst="roundRect">
              <a:avLst/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LOBE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AD88357C-17E4-A9C8-E7C8-2E6446B7546B}"/>
                </a:ext>
              </a:extLst>
            </p:cNvPr>
            <p:cNvGrpSpPr/>
            <p:nvPr/>
          </p:nvGrpSpPr>
          <p:grpSpPr>
            <a:xfrm>
              <a:off x="-1490112" y="6844789"/>
              <a:ext cx="1368000" cy="1368000"/>
              <a:chOff x="-1305816" y="2563218"/>
              <a:chExt cx="1368000" cy="1368000"/>
            </a:xfrm>
          </p:grpSpPr>
          <p:pic>
            <p:nvPicPr>
              <p:cNvPr id="78" name="Graphic 77" descr="Tablet with solid fill">
                <a:extLst>
                  <a:ext uri="{FF2B5EF4-FFF2-40B4-BE49-F238E27FC236}">
                    <a16:creationId xmlns:a16="http://schemas.microsoft.com/office/drawing/2014/main" id="{2948149C-8E2F-FEF5-E693-AAEC1D061B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-1305816" y="2563218"/>
                <a:ext cx="1368000" cy="1368000"/>
              </a:xfrm>
              <a:prstGeom prst="rect">
                <a:avLst/>
              </a:prstGeom>
            </p:spPr>
          </p:pic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9209466-C36B-7907-2FD7-A4C1F21C701A}"/>
                  </a:ext>
                </a:extLst>
              </p:cNvPr>
              <p:cNvSpPr txBox="1"/>
              <p:nvPr/>
            </p:nvSpPr>
            <p:spPr>
              <a:xfrm>
                <a:off x="-1179880" y="3056234"/>
                <a:ext cx="11293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DEVICE</a:t>
                </a:r>
              </a:p>
            </p:txBody>
          </p:sp>
        </p:grpSp>
        <p:sp>
          <p:nvSpPr>
            <p:cNvPr id="83" name="Cylinder 82">
              <a:extLst>
                <a:ext uri="{FF2B5EF4-FFF2-40B4-BE49-F238E27FC236}">
                  <a16:creationId xmlns:a16="http://schemas.microsoft.com/office/drawing/2014/main" id="{B099376A-71BC-8DAB-E267-9EA9E7292D22}"/>
                </a:ext>
              </a:extLst>
            </p:cNvPr>
            <p:cNvSpPr/>
            <p:nvPr/>
          </p:nvSpPr>
          <p:spPr>
            <a:xfrm>
              <a:off x="248895" y="6004064"/>
              <a:ext cx="1249877" cy="1080000"/>
            </a:xfrm>
            <a:prstGeom prst="can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Data</a:t>
              </a:r>
            </a:p>
            <a:p>
              <a:pPr algn="ctr"/>
              <a:r>
                <a:rPr lang="en-US" sz="2000" b="1" dirty="0"/>
                <a:t>Storage</a:t>
              </a: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15CCE9ED-EC85-E302-DD3C-D59CE4780006}"/>
                </a:ext>
              </a:extLst>
            </p:cNvPr>
            <p:cNvSpPr/>
            <p:nvPr/>
          </p:nvSpPr>
          <p:spPr>
            <a:xfrm>
              <a:off x="-2031854" y="6574240"/>
              <a:ext cx="409821" cy="1276421"/>
            </a:xfrm>
            <a:prstGeom prst="roundRect">
              <a:avLst/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Network</a:t>
              </a:r>
            </a:p>
          </p:txBody>
        </p: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5BC298DF-730A-E612-4241-539C7D56C9AB}"/>
                </a:ext>
              </a:extLst>
            </p:cNvPr>
            <p:cNvSpPr/>
            <p:nvPr/>
          </p:nvSpPr>
          <p:spPr>
            <a:xfrm>
              <a:off x="-2648732" y="6571257"/>
              <a:ext cx="409821" cy="1276421"/>
            </a:xfrm>
            <a:prstGeom prst="roundRect">
              <a:avLst/>
            </a:prstGeom>
            <a:gradFill flip="none" rotWithShape="1">
              <a:gsLst>
                <a:gs pos="0">
                  <a:schemeClr val="accent4">
                    <a:tint val="66000"/>
                    <a:satMod val="160000"/>
                  </a:schemeClr>
                </a:gs>
                <a:gs pos="50000">
                  <a:schemeClr val="accent4">
                    <a:tint val="44500"/>
                    <a:satMod val="160000"/>
                  </a:schemeClr>
                </a:gs>
                <a:gs pos="100000">
                  <a:schemeClr val="accent4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Protocol</a:t>
              </a:r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AC38F617-7BE7-93A4-87C3-2473698706D6}"/>
                </a:ext>
              </a:extLst>
            </p:cNvPr>
            <p:cNvSpPr/>
            <p:nvPr/>
          </p:nvSpPr>
          <p:spPr>
            <a:xfrm>
              <a:off x="-2686832" y="8030989"/>
              <a:ext cx="2482286" cy="425025"/>
            </a:xfrm>
            <a:prstGeom prst="roundRect">
              <a:avLst/>
            </a:prstGeom>
            <a:solidFill>
              <a:srgbClr val="FFC48F"/>
            </a:solidFill>
            <a:ln w="76200">
              <a:solidFill>
                <a:srgbClr val="FE78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Switchboard</a:t>
              </a:r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BA3620E8-7A6C-DCA5-56EA-59CB8847002A}"/>
                </a:ext>
              </a:extLst>
            </p:cNvPr>
            <p:cNvSpPr/>
            <p:nvPr/>
          </p:nvSpPr>
          <p:spPr>
            <a:xfrm>
              <a:off x="-75665" y="7720490"/>
              <a:ext cx="1596833" cy="751157"/>
            </a:xfrm>
            <a:prstGeom prst="roundRect">
              <a:avLst>
                <a:gd name="adj" fmla="val 10037"/>
              </a:avLst>
            </a:prstGeom>
            <a:solidFill>
              <a:schemeClr val="bg2">
                <a:lumMod val="75000"/>
              </a:schemeClr>
            </a:solidFill>
            <a:ln w="762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Runspace</a:t>
              </a:r>
              <a:r>
                <a:rPr lang="en-US" sz="2200" b="1" dirty="0">
                  <a:solidFill>
                    <a:schemeClr val="tx1"/>
                  </a:solidFill>
                </a:rPr>
                <a:t> Pool</a:t>
              </a:r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A738907D-EB6E-B070-9726-EF69898B4ADB}"/>
                </a:ext>
              </a:extLst>
            </p:cNvPr>
            <p:cNvSpPr/>
            <p:nvPr/>
          </p:nvSpPr>
          <p:spPr>
            <a:xfrm>
              <a:off x="-75666" y="8596262"/>
              <a:ext cx="1596833" cy="751157"/>
            </a:xfrm>
            <a:prstGeom prst="roundRect">
              <a:avLst>
                <a:gd name="adj" fmla="val 10037"/>
              </a:avLst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PowerShell</a:t>
              </a:r>
            </a:p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Runspace</a:t>
              </a:r>
            </a:p>
          </p:txBody>
        </p:sp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8B969BA4-C7DF-6DFA-32A0-5169E2568A6B}"/>
                </a:ext>
              </a:extLst>
            </p:cNvPr>
            <p:cNvSpPr/>
            <p:nvPr/>
          </p:nvSpPr>
          <p:spPr>
            <a:xfrm>
              <a:off x="-2686832" y="8638485"/>
              <a:ext cx="2482286" cy="692423"/>
            </a:xfrm>
            <a:prstGeom prst="roundRect">
              <a:avLst/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Host</a:t>
              </a:r>
            </a:p>
          </p:txBody>
        </p:sp>
        <p:sp>
          <p:nvSpPr>
            <p:cNvPr id="135" name="Rectangle: Rounded Corners 134">
              <a:extLst>
                <a:ext uri="{FF2B5EF4-FFF2-40B4-BE49-F238E27FC236}">
                  <a16:creationId xmlns:a16="http://schemas.microsoft.com/office/drawing/2014/main" id="{8EABE7E0-A7FD-373D-F7A3-34C753AA531D}"/>
                </a:ext>
              </a:extLst>
            </p:cNvPr>
            <p:cNvSpPr/>
            <p:nvPr/>
          </p:nvSpPr>
          <p:spPr>
            <a:xfrm rot="5400000">
              <a:off x="523545" y="6592549"/>
              <a:ext cx="409821" cy="1596831"/>
            </a:xfrm>
            <a:prstGeom prst="roundRect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2000" b="1" dirty="0"/>
                <a:t>Data Access</a:t>
              </a:r>
            </a:p>
          </p:txBody>
        </p:sp>
      </p:grp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F5206187-3BB5-DE20-82F9-66A13499EE2C}"/>
              </a:ext>
            </a:extLst>
          </p:cNvPr>
          <p:cNvCxnSpPr>
            <a:cxnSpLocks/>
            <a:stCxn id="8" idx="4"/>
            <a:endCxn id="123" idx="2"/>
          </p:cNvCxnSpPr>
          <p:nvPr/>
        </p:nvCxnSpPr>
        <p:spPr>
          <a:xfrm flipV="1">
            <a:off x="4269708" y="6199460"/>
            <a:ext cx="1827039" cy="313738"/>
          </a:xfrm>
          <a:prstGeom prst="bentConnector2">
            <a:avLst/>
          </a:prstGeom>
          <a:ln w="57150">
            <a:solidFill>
              <a:schemeClr val="accent5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D22F082-431B-C6CA-7E53-6AED7074E11C}"/>
              </a:ext>
            </a:extLst>
          </p:cNvPr>
          <p:cNvCxnSpPr>
            <a:cxnSpLocks/>
          </p:cNvCxnSpPr>
          <p:nvPr/>
        </p:nvCxnSpPr>
        <p:spPr>
          <a:xfrm>
            <a:off x="5692874" y="7127629"/>
            <a:ext cx="710520" cy="0"/>
          </a:xfrm>
          <a:prstGeom prst="line">
            <a:avLst/>
          </a:prstGeom>
          <a:ln w="57150">
            <a:solidFill>
              <a:schemeClr val="accent5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11A5033-8A3A-098F-7671-334C2DD83DEC}"/>
              </a:ext>
            </a:extLst>
          </p:cNvPr>
          <p:cNvCxnSpPr>
            <a:cxnSpLocks/>
          </p:cNvCxnSpPr>
          <p:nvPr/>
        </p:nvCxnSpPr>
        <p:spPr>
          <a:xfrm>
            <a:off x="7227048" y="8113191"/>
            <a:ext cx="710520" cy="0"/>
          </a:xfrm>
          <a:prstGeom prst="line">
            <a:avLst/>
          </a:prstGeom>
          <a:ln w="57150">
            <a:solidFill>
              <a:schemeClr val="accent5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CDE13B04-EF39-913B-3A5B-C91397841212}"/>
              </a:ext>
            </a:extLst>
          </p:cNvPr>
          <p:cNvCxnSpPr>
            <a:cxnSpLocks/>
            <a:endCxn id="82" idx="3"/>
          </p:cNvCxnSpPr>
          <p:nvPr/>
        </p:nvCxnSpPr>
        <p:spPr>
          <a:xfrm rot="5400000">
            <a:off x="9176923" y="5452376"/>
            <a:ext cx="1492590" cy="1857917"/>
          </a:xfrm>
          <a:prstGeom prst="bentConnector2">
            <a:avLst/>
          </a:prstGeom>
          <a:ln w="57150">
            <a:solidFill>
              <a:schemeClr val="accent5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27279FBE-F1F5-8BF9-7198-80F6C050EC09}"/>
              </a:ext>
            </a:extLst>
          </p:cNvPr>
          <p:cNvCxnSpPr>
            <a:cxnSpLocks/>
            <a:endCxn id="87" idx="3"/>
          </p:cNvCxnSpPr>
          <p:nvPr/>
        </p:nvCxnSpPr>
        <p:spPr>
          <a:xfrm rot="5400000">
            <a:off x="9281413" y="6520032"/>
            <a:ext cx="2455756" cy="685771"/>
          </a:xfrm>
          <a:prstGeom prst="bentConnector2">
            <a:avLst/>
          </a:prstGeom>
          <a:ln w="57150">
            <a:solidFill>
              <a:schemeClr val="accent5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Cylinder 121">
            <a:extLst>
              <a:ext uri="{FF2B5EF4-FFF2-40B4-BE49-F238E27FC236}">
                <a16:creationId xmlns:a16="http://schemas.microsoft.com/office/drawing/2014/main" id="{4219F94B-7723-1302-BC3A-F5A19C5A3FD1}"/>
              </a:ext>
            </a:extLst>
          </p:cNvPr>
          <p:cNvSpPr/>
          <p:nvPr/>
        </p:nvSpPr>
        <p:spPr>
          <a:xfrm>
            <a:off x="7593169" y="8492352"/>
            <a:ext cx="1397865" cy="1404293"/>
          </a:xfrm>
          <a:prstGeom prst="can">
            <a:avLst/>
          </a:prstGeom>
          <a:solidFill>
            <a:srgbClr val="002060"/>
          </a:solidFill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Schema</a:t>
            </a:r>
          </a:p>
          <a:p>
            <a:pPr algn="ctr"/>
            <a:r>
              <a:rPr lang="en-US" sz="2000" b="1" dirty="0"/>
              <a:t>Registry</a:t>
            </a:r>
          </a:p>
          <a:p>
            <a:pPr algn="ctr"/>
            <a:r>
              <a:rPr lang="en-US" sz="2000" b="1" dirty="0"/>
              <a:t>(LiteDB)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5CFE9F2-F19D-F9E8-D3FF-C1B40931920A}"/>
              </a:ext>
            </a:extLst>
          </p:cNvPr>
          <p:cNvSpPr/>
          <p:nvPr/>
        </p:nvSpPr>
        <p:spPr>
          <a:xfrm>
            <a:off x="9244979" y="8789705"/>
            <a:ext cx="1371315" cy="658760"/>
          </a:xfrm>
          <a:prstGeom prst="rect">
            <a:avLst/>
          </a:prstGeom>
          <a:solidFill>
            <a:srgbClr val="002060"/>
          </a:solidFill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Schema Resolver</a:t>
            </a: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483EEF0E-77A1-A3BE-78DC-D064E689F6F2}"/>
              </a:ext>
            </a:extLst>
          </p:cNvPr>
          <p:cNvCxnSpPr>
            <a:cxnSpLocks/>
          </p:cNvCxnSpPr>
          <p:nvPr/>
        </p:nvCxnSpPr>
        <p:spPr>
          <a:xfrm>
            <a:off x="8772934" y="9154945"/>
            <a:ext cx="710520" cy="0"/>
          </a:xfrm>
          <a:prstGeom prst="line">
            <a:avLst/>
          </a:prstGeom>
          <a:ln w="57150">
            <a:solidFill>
              <a:schemeClr val="accent5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C3C228BF-81BA-04F2-627D-71BFFD308F39}"/>
              </a:ext>
            </a:extLst>
          </p:cNvPr>
          <p:cNvCxnSpPr>
            <a:cxnSpLocks/>
            <a:endCxn id="126" idx="3"/>
          </p:cNvCxnSpPr>
          <p:nvPr/>
        </p:nvCxnSpPr>
        <p:spPr>
          <a:xfrm rot="5400000">
            <a:off x="8992212" y="7259121"/>
            <a:ext cx="3484046" cy="235882"/>
          </a:xfrm>
          <a:prstGeom prst="bentConnector2">
            <a:avLst/>
          </a:prstGeom>
          <a:ln w="57150">
            <a:solidFill>
              <a:schemeClr val="accent5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9E6A9E83-67D4-F2EA-9F8A-D327D01EC09A}"/>
              </a:ext>
            </a:extLst>
          </p:cNvPr>
          <p:cNvSpPr/>
          <p:nvPr/>
        </p:nvSpPr>
        <p:spPr>
          <a:xfrm>
            <a:off x="2997465" y="3134339"/>
            <a:ext cx="2960444" cy="424800"/>
          </a:xfrm>
          <a:prstGeom prst="roundRect">
            <a:avLst/>
          </a:prstGeom>
          <a:gradFill flip="none" rotWithShape="1">
            <a:gsLst>
              <a:gs pos="0">
                <a:srgbClr val="0068A5">
                  <a:tint val="66000"/>
                  <a:satMod val="160000"/>
                </a:srgbClr>
              </a:gs>
              <a:gs pos="50000">
                <a:srgbClr val="0068A5">
                  <a:tint val="44500"/>
                  <a:satMod val="160000"/>
                </a:srgbClr>
              </a:gs>
              <a:gs pos="100000">
                <a:srgbClr val="0068A5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rgbClr val="0068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SVRN7</a:t>
            </a:r>
          </a:p>
        </p:txBody>
      </p: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7BA03D73-01C0-BF0A-4FAD-722E16E1C2D1}"/>
              </a:ext>
            </a:extLst>
          </p:cNvPr>
          <p:cNvCxnSpPr>
            <a:cxnSpLocks/>
            <a:stCxn id="57" idx="0"/>
            <a:endCxn id="119" idx="0"/>
          </p:cNvCxnSpPr>
          <p:nvPr/>
        </p:nvCxnSpPr>
        <p:spPr>
          <a:xfrm rot="16200000" flipH="1" flipV="1">
            <a:off x="8486409" y="-2326793"/>
            <a:ext cx="1452409" cy="9469854"/>
          </a:xfrm>
          <a:prstGeom prst="bentConnector3">
            <a:avLst>
              <a:gd name="adj1" fmla="val -42611"/>
            </a:avLst>
          </a:prstGeom>
          <a:ln w="57150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AA66E26-DE9C-512D-104B-6C1F7110A660}"/>
              </a:ext>
            </a:extLst>
          </p:cNvPr>
          <p:cNvSpPr/>
          <p:nvPr/>
        </p:nvSpPr>
        <p:spPr>
          <a:xfrm>
            <a:off x="4381948" y="6649876"/>
            <a:ext cx="6663455" cy="3358782"/>
          </a:xfrm>
          <a:prstGeom prst="rect">
            <a:avLst/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2000" b="1" dirty="0">
                <a:solidFill>
                  <a:schemeClr val="tx1"/>
                </a:solidFill>
              </a:rPr>
              <a:t>Society TDA Only</a:t>
            </a:r>
          </a:p>
        </p:txBody>
      </p:sp>
    </p:spTree>
    <p:extLst>
      <p:ext uri="{BB962C8B-B14F-4D97-AF65-F5344CB8AC3E}">
        <p14:creationId xmlns:p14="http://schemas.microsoft.com/office/powerpoint/2010/main" val="1718249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D5937-F9FC-1A8B-CFDB-973F6D8CC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68B9EFD9-1419-F3D2-136A-61FDCF526A29}"/>
              </a:ext>
            </a:extLst>
          </p:cNvPr>
          <p:cNvGrpSpPr/>
          <p:nvPr/>
        </p:nvGrpSpPr>
        <p:grpSpPr>
          <a:xfrm>
            <a:off x="687269" y="1347563"/>
            <a:ext cx="1775667" cy="4383975"/>
            <a:chOff x="801569" y="1525198"/>
            <a:chExt cx="1775667" cy="420634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59D104C-78AC-CC43-415E-E0E54591B449}"/>
                </a:ext>
              </a:extLst>
            </p:cNvPr>
            <p:cNvSpPr/>
            <p:nvPr/>
          </p:nvSpPr>
          <p:spPr>
            <a:xfrm>
              <a:off x="801569" y="1525198"/>
              <a:ext cx="1775667" cy="4206340"/>
            </a:xfrm>
            <a:prstGeom prst="roundRect">
              <a:avLst>
                <a:gd name="adj" fmla="val 6979"/>
              </a:avLst>
            </a:prstGeom>
            <a:gradFill flip="none" rotWithShape="1">
              <a:gsLst>
                <a:gs pos="0">
                  <a:srgbClr val="0068A5">
                    <a:tint val="66000"/>
                    <a:satMod val="160000"/>
                  </a:srgbClr>
                </a:gs>
                <a:gs pos="50000">
                  <a:srgbClr val="0068A5">
                    <a:tint val="44500"/>
                    <a:satMod val="160000"/>
                  </a:srgbClr>
                </a:gs>
                <a:gs pos="100000">
                  <a:srgbClr val="0068A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68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t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Loadable Object </a:t>
              </a:r>
              <a:br>
                <a:rPr lang="en-US" sz="2200" b="1" dirty="0">
                  <a:solidFill>
                    <a:schemeClr val="tx1"/>
                  </a:solidFill>
                </a:rPr>
              </a:br>
              <a:r>
                <a:rPr lang="en-US" sz="2200" b="1" dirty="0">
                  <a:solidFill>
                    <a:schemeClr val="tx1"/>
                  </a:solidFill>
                </a:rPr>
                <a:t>Brain Extensions (LOBEs) </a:t>
              </a:r>
              <a:br>
                <a:rPr lang="en-US" sz="2200" b="1" dirty="0">
                  <a:solidFill>
                    <a:schemeClr val="tx1"/>
                  </a:solidFill>
                </a:rPr>
              </a:br>
              <a:r>
                <a:rPr lang="en-US" sz="2200" b="1" dirty="0">
                  <a:solidFill>
                    <a:schemeClr val="tx1"/>
                  </a:solidFill>
                </a:rPr>
                <a:t>(PowerShell Modules)</a:t>
              </a: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2D9DCE7A-C481-3C74-8BD1-FA09CDB4AD20}"/>
                </a:ext>
              </a:extLst>
            </p:cNvPr>
            <p:cNvGrpSpPr/>
            <p:nvPr/>
          </p:nvGrpSpPr>
          <p:grpSpPr>
            <a:xfrm>
              <a:off x="1979862" y="1706196"/>
              <a:ext cx="425026" cy="3882935"/>
              <a:chOff x="1979862" y="1628139"/>
              <a:chExt cx="425026" cy="3882935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DE2D8E5-2D13-F466-68BA-D2861B1635DA}"/>
                  </a:ext>
                </a:extLst>
              </p:cNvPr>
              <p:cNvSpPr/>
              <p:nvPr/>
            </p:nvSpPr>
            <p:spPr>
              <a:xfrm rot="16200000">
                <a:off x="1611006" y="4717192"/>
                <a:ext cx="1162738" cy="425025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Invoicing</a:t>
                </a:r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B9962D3E-9E61-B4F3-0D21-BB9E33DDD323}"/>
                  </a:ext>
                </a:extLst>
              </p:cNvPr>
              <p:cNvSpPr/>
              <p:nvPr/>
            </p:nvSpPr>
            <p:spPr>
              <a:xfrm rot="16200000">
                <a:off x="1619469" y="3477319"/>
                <a:ext cx="1145813" cy="425025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Onboard</a:t>
                </a:r>
              </a:p>
            </p:txBody>
          </p:sp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2F4E575F-8E07-9E46-D621-80E3F94BA79B}"/>
                  </a:ext>
                </a:extLst>
              </p:cNvPr>
              <p:cNvSpPr/>
              <p:nvPr/>
            </p:nvSpPr>
            <p:spPr>
              <a:xfrm rot="16200000">
                <a:off x="1511006" y="2096995"/>
                <a:ext cx="1362738" cy="425025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UX LOBE</a:t>
                </a:r>
              </a:p>
            </p:txBody>
          </p:sp>
        </p:grp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EAA077CD-2AE5-4D6B-52A2-BD18B5D2BD84}"/>
              </a:ext>
            </a:extLst>
          </p:cNvPr>
          <p:cNvCxnSpPr>
            <a:cxnSpLocks/>
            <a:stCxn id="90" idx="3"/>
          </p:cNvCxnSpPr>
          <p:nvPr/>
        </p:nvCxnSpPr>
        <p:spPr>
          <a:xfrm>
            <a:off x="-114011" y="3247022"/>
            <a:ext cx="930600" cy="0"/>
          </a:xfrm>
          <a:prstGeom prst="line">
            <a:avLst/>
          </a:prstGeom>
          <a:ln w="571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1C66CD3D-ADE3-BEA4-05EA-6BA25C58C145}"/>
              </a:ext>
            </a:extLst>
          </p:cNvPr>
          <p:cNvCxnSpPr>
            <a:cxnSpLocks/>
            <a:stCxn id="91" idx="3"/>
          </p:cNvCxnSpPr>
          <p:nvPr/>
        </p:nvCxnSpPr>
        <p:spPr>
          <a:xfrm>
            <a:off x="-106574" y="4163896"/>
            <a:ext cx="905739" cy="0"/>
          </a:xfrm>
          <a:prstGeom prst="line">
            <a:avLst/>
          </a:prstGeom>
          <a:ln w="571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FA5DE49-F88F-FFC6-E872-4083F8C28F41}"/>
              </a:ext>
            </a:extLst>
          </p:cNvPr>
          <p:cNvSpPr txBox="1"/>
          <p:nvPr/>
        </p:nvSpPr>
        <p:spPr>
          <a:xfrm>
            <a:off x="-2247406" y="-264483"/>
            <a:ext cx="171911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Koblenz Serial" panose="02000000000000000000" pitchFamily="50" charset="0"/>
                <a:cs typeface="Cascadia Code" panose="020B0609020000020004" pitchFamily="49" charset="0"/>
              </a:rPr>
              <a:t>Web 7.0™ Decentralized System Architecture (DSA</a:t>
            </a:r>
            <a:r>
              <a:rPr lang="en-US" sz="3200" b="1">
                <a:solidFill>
                  <a:srgbClr val="002060"/>
                </a:solidFill>
                <a:latin typeface="Koblenz Serial" panose="02000000000000000000" pitchFamily="50" charset="0"/>
                <a:cs typeface="Cascadia Code" panose="020B0609020000020004" pitchFamily="49" charset="0"/>
              </a:rPr>
              <a:t>) 0.25 </a:t>
            </a:r>
            <a:r>
              <a:rPr lang="en-US" sz="3200" b="1" dirty="0">
                <a:solidFill>
                  <a:srgbClr val="002060"/>
                </a:solidFill>
                <a:latin typeface="Koblenz Serial" panose="02000000000000000000" pitchFamily="50" charset="0"/>
                <a:cs typeface="Cascadia Code" panose="020B0609020000020004" pitchFamily="49" charset="0"/>
              </a:rPr>
              <a:t>Epoch 0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  <a:latin typeface="Koblenz Serial" panose="02000000000000000000" pitchFamily="50" charset="0"/>
                <a:cs typeface="Cascadia Code" panose="020B0609020000020004" pitchFamily="49" charset="0"/>
              </a:rPr>
              <a:t>Secure, Trusted, DID-native, DIDComm-native Web 7.0 DIDLibOS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411D9FD-E233-B401-9399-87C0A105190E}"/>
              </a:ext>
            </a:extLst>
          </p:cNvPr>
          <p:cNvSpPr/>
          <p:nvPr/>
        </p:nvSpPr>
        <p:spPr>
          <a:xfrm>
            <a:off x="11597066" y="2190631"/>
            <a:ext cx="926928" cy="3454631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INTERNET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9C7494A-90D1-3CB4-5AC7-BDB306ECF717}"/>
              </a:ext>
            </a:extLst>
          </p:cNvPr>
          <p:cNvSpPr/>
          <p:nvPr/>
        </p:nvSpPr>
        <p:spPr>
          <a:xfrm>
            <a:off x="2604422" y="1347562"/>
            <a:ext cx="8660061" cy="9295596"/>
          </a:xfrm>
          <a:prstGeom prst="roundRect">
            <a:avLst>
              <a:gd name="adj" fmla="val 1734"/>
            </a:avLst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Citizen/Society Trusted Digital Assistant (Host) (Citizen/Society TDA)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F98028C-0F15-1648-9E3C-69F7A306C997}"/>
              </a:ext>
            </a:extLst>
          </p:cNvPr>
          <p:cNvSpPr/>
          <p:nvPr/>
        </p:nvSpPr>
        <p:spPr>
          <a:xfrm>
            <a:off x="9217450" y="2190632"/>
            <a:ext cx="1874095" cy="3444406"/>
          </a:xfrm>
          <a:prstGeom prst="roundRect">
            <a:avLst>
              <a:gd name="adj" fmla="val 5362"/>
            </a:avLst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HTTP Listener/Sender</a:t>
            </a:r>
          </a:p>
          <a:p>
            <a:pPr algn="ctr"/>
            <a:r>
              <a:rPr lang="en-US" sz="2200" b="1" dirty="0">
                <a:solidFill>
                  <a:schemeClr val="tx1"/>
                </a:solidFill>
              </a:rPr>
              <a:t>(</a:t>
            </a:r>
            <a:r>
              <a:rPr lang="en-US" sz="2200" b="1" dirty="0" err="1">
                <a:solidFill>
                  <a:schemeClr val="tx1"/>
                </a:solidFill>
              </a:rPr>
              <a:t>HTTPClient</a:t>
            </a:r>
            <a:r>
              <a:rPr lang="en-US" sz="2200" b="1" dirty="0">
                <a:solidFill>
                  <a:schemeClr val="tx1"/>
                </a:solidFill>
              </a:rPr>
              <a:t>)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D2010A1-624F-403D-03B6-0F7A1FFC7B97}"/>
              </a:ext>
            </a:extLst>
          </p:cNvPr>
          <p:cNvGrpSpPr/>
          <p:nvPr/>
        </p:nvGrpSpPr>
        <p:grpSpPr>
          <a:xfrm rot="16200000">
            <a:off x="10345595" y="5467317"/>
            <a:ext cx="2332970" cy="930276"/>
            <a:chOff x="116551" y="5289776"/>
            <a:chExt cx="2332970" cy="930276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353174A-41DB-5F1E-6DA3-A0706DBA89E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79258" y="5749788"/>
              <a:ext cx="930276" cy="10251"/>
            </a:xfrm>
            <a:prstGeom prst="line">
              <a:avLst/>
            </a:prstGeom>
            <a:ln w="571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258A9A9-A3F8-3CFD-F09C-63786F74F937}"/>
                </a:ext>
              </a:extLst>
            </p:cNvPr>
            <p:cNvSpPr txBox="1"/>
            <p:nvPr/>
          </p:nvSpPr>
          <p:spPr>
            <a:xfrm>
              <a:off x="116551" y="5480298"/>
              <a:ext cx="23261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Outbound Processing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2A9E6A3-D5AC-E267-1BF2-8C6039E6C701}"/>
              </a:ext>
            </a:extLst>
          </p:cNvPr>
          <p:cNvGrpSpPr/>
          <p:nvPr/>
        </p:nvGrpSpPr>
        <p:grpSpPr>
          <a:xfrm rot="16200000">
            <a:off x="10359339" y="3327678"/>
            <a:ext cx="2172997" cy="800868"/>
            <a:chOff x="2089730" y="5325490"/>
            <a:chExt cx="2172997" cy="78995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7315A2A-CFEB-98E5-1A23-056B7D0D709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867748" y="5720469"/>
              <a:ext cx="789957" cy="0"/>
            </a:xfrm>
            <a:prstGeom prst="line">
              <a:avLst/>
            </a:prstGeom>
            <a:ln w="57150">
              <a:solidFill>
                <a:schemeClr val="tx1"/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2960F12-2C88-0AFD-089C-8C233F19105A}"/>
                </a:ext>
              </a:extLst>
            </p:cNvPr>
            <p:cNvSpPr txBox="1"/>
            <p:nvPr/>
          </p:nvSpPr>
          <p:spPr>
            <a:xfrm>
              <a:off x="2089730" y="5525919"/>
              <a:ext cx="21581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Inbound Processing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5692233-8DFE-115F-B515-D1AABE2277BC}"/>
              </a:ext>
            </a:extLst>
          </p:cNvPr>
          <p:cNvSpPr txBox="1"/>
          <p:nvPr/>
        </p:nvSpPr>
        <p:spPr>
          <a:xfrm>
            <a:off x="-2463440" y="10955462"/>
            <a:ext cx="17321974" cy="500983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algn="ctr"/>
            <a:r>
              <a:rPr lang="en-US" sz="2000" b="0" i="0" dirty="0">
                <a:effectLst/>
              </a:rPr>
              <a:t>Copyright © </a:t>
            </a:r>
            <a:r>
              <a:rPr lang="en-US" sz="2000" dirty="0"/>
              <a:t>2026</a:t>
            </a:r>
            <a:r>
              <a:rPr lang="en-US" sz="2000" b="0" i="0" dirty="0">
                <a:effectLst/>
              </a:rPr>
              <a:t> Michael Herman (Alberta, Canada) – TDW</a:t>
            </a:r>
            <a:r>
              <a:rPr lang="en-US" sz="2000" dirty="0"/>
              <a:t>™ – </a:t>
            </a:r>
            <a:r>
              <a:rPr lang="en-US" sz="2000" b="0" i="0" dirty="0">
                <a:effectLst/>
              </a:rPr>
              <a:t>Creative Commons Attribution-ShareAlike 4.0 International Public License</a:t>
            </a:r>
            <a:endParaRPr lang="en-US" sz="20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0E8EE8C-448C-F3B1-4CA6-784D790502CF}"/>
              </a:ext>
            </a:extLst>
          </p:cNvPr>
          <p:cNvSpPr/>
          <p:nvPr/>
        </p:nvSpPr>
        <p:spPr>
          <a:xfrm>
            <a:off x="2746930" y="2209957"/>
            <a:ext cx="5216255" cy="3425082"/>
          </a:xfrm>
          <a:prstGeom prst="roundRect">
            <a:avLst>
              <a:gd name="adj" fmla="val 4603"/>
            </a:avLst>
          </a:prstGeom>
          <a:solidFill>
            <a:schemeClr val="bg2">
              <a:lumMod val="75000"/>
            </a:schemeClr>
          </a:solidFill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PowerShell Runspace Pool</a:t>
            </a: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9B495F3F-427E-26AD-76DE-35A2DBF0F7BA}"/>
              </a:ext>
            </a:extLst>
          </p:cNvPr>
          <p:cNvGrpSpPr/>
          <p:nvPr/>
        </p:nvGrpSpPr>
        <p:grpSpPr>
          <a:xfrm>
            <a:off x="-1305816" y="1359998"/>
            <a:ext cx="1368000" cy="1368000"/>
            <a:chOff x="-1305816" y="1461598"/>
            <a:chExt cx="1368000" cy="1368000"/>
          </a:xfrm>
        </p:grpSpPr>
        <p:pic>
          <p:nvPicPr>
            <p:cNvPr id="4" name="Graphic 3" descr="Smart Phone with solid fill">
              <a:extLst>
                <a:ext uri="{FF2B5EF4-FFF2-40B4-BE49-F238E27FC236}">
                  <a16:creationId xmlns:a16="http://schemas.microsoft.com/office/drawing/2014/main" id="{CC80B0E7-2A40-4F38-1530-FACAB26A2F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305816" y="1461598"/>
              <a:ext cx="1368000" cy="136800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3DA34F4-3CFC-F493-838C-7D9FE4CA4E38}"/>
                </a:ext>
              </a:extLst>
            </p:cNvPr>
            <p:cNvSpPr txBox="1"/>
            <p:nvPr/>
          </p:nvSpPr>
          <p:spPr>
            <a:xfrm>
              <a:off x="-957720" y="1710882"/>
              <a:ext cx="677108" cy="848950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pPr algn="ctr"/>
              <a:r>
                <a:rPr lang="en-US" sz="1600" b="1" dirty="0"/>
                <a:t>UX/GR/</a:t>
              </a:r>
            </a:p>
            <a:p>
              <a:pPr algn="ctr"/>
              <a:r>
                <a:rPr lang="en-US" sz="1600" b="1" dirty="0"/>
                <a:t>HTML</a:t>
              </a:r>
            </a:p>
          </p:txBody>
        </p:sp>
      </p:grpSp>
      <p:sp>
        <p:nvSpPr>
          <p:cNvPr id="41" name="Oval 40">
            <a:extLst>
              <a:ext uri="{FF2B5EF4-FFF2-40B4-BE49-F238E27FC236}">
                <a16:creationId xmlns:a16="http://schemas.microsoft.com/office/drawing/2014/main" id="{DE37418E-6E7F-3EFC-2782-AC31FE336894}"/>
              </a:ext>
            </a:extLst>
          </p:cNvPr>
          <p:cNvSpPr/>
          <p:nvPr/>
        </p:nvSpPr>
        <p:spPr>
          <a:xfrm>
            <a:off x="-834690" y="5177263"/>
            <a:ext cx="468000" cy="468000"/>
          </a:xfrm>
          <a:prstGeom prst="ellipse">
            <a:avLst/>
          </a:prstGeom>
          <a:solidFill>
            <a:srgbClr val="E9E7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7DBCBA0-297F-D879-D3FD-53666D02240F}"/>
              </a:ext>
            </a:extLst>
          </p:cNvPr>
          <p:cNvGrpSpPr/>
          <p:nvPr/>
        </p:nvGrpSpPr>
        <p:grpSpPr>
          <a:xfrm>
            <a:off x="-1161816" y="4777063"/>
            <a:ext cx="1080000" cy="1080000"/>
            <a:chOff x="-1161816" y="4853263"/>
            <a:chExt cx="1080000" cy="1080000"/>
          </a:xfrm>
        </p:grpSpPr>
        <p:pic>
          <p:nvPicPr>
            <p:cNvPr id="35" name="Graphic 34" descr="Watch with solid fill">
              <a:extLst>
                <a:ext uri="{FF2B5EF4-FFF2-40B4-BE49-F238E27FC236}">
                  <a16:creationId xmlns:a16="http://schemas.microsoft.com/office/drawing/2014/main" id="{743EA96F-760B-7896-D22E-5C0699BFCB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1161816" y="4853263"/>
              <a:ext cx="1080000" cy="10800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65A5E4A-9E9E-CD97-388D-23C476257671}"/>
                </a:ext>
              </a:extLst>
            </p:cNvPr>
            <p:cNvSpPr txBox="1"/>
            <p:nvPr/>
          </p:nvSpPr>
          <p:spPr>
            <a:xfrm>
              <a:off x="-886273" y="5197938"/>
              <a:ext cx="5629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UX</a:t>
              </a: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8679B1-5D23-ACB9-D07E-F0574C73B139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-280612" y="2033757"/>
            <a:ext cx="2221850" cy="0"/>
          </a:xfrm>
          <a:prstGeom prst="line">
            <a:avLst/>
          </a:prstGeom>
          <a:ln w="571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DBC5BA3-BE61-D072-A0AD-8E797469D274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-323298" y="5306404"/>
            <a:ext cx="1122463" cy="0"/>
          </a:xfrm>
          <a:prstGeom prst="line">
            <a:avLst/>
          </a:prstGeom>
          <a:ln w="571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5F7B512-B926-5029-2FD3-C9BDAB686201}"/>
              </a:ext>
            </a:extLst>
          </p:cNvPr>
          <p:cNvSpPr/>
          <p:nvPr/>
        </p:nvSpPr>
        <p:spPr>
          <a:xfrm>
            <a:off x="149776" y="1885832"/>
            <a:ext cx="409821" cy="3822846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Internet/LAN/P2P</a:t>
            </a:r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AE459CED-A527-D90E-E4B2-AC2A895FFACA}"/>
              </a:ext>
            </a:extLst>
          </p:cNvPr>
          <p:cNvGrpSpPr/>
          <p:nvPr/>
        </p:nvGrpSpPr>
        <p:grpSpPr>
          <a:xfrm>
            <a:off x="-1305816" y="2563218"/>
            <a:ext cx="1368000" cy="1368000"/>
            <a:chOff x="-1305816" y="2563218"/>
            <a:chExt cx="1368000" cy="1368000"/>
          </a:xfrm>
        </p:grpSpPr>
        <p:pic>
          <p:nvPicPr>
            <p:cNvPr id="19" name="Graphic 18" descr="Tablet with solid fill">
              <a:extLst>
                <a:ext uri="{FF2B5EF4-FFF2-40B4-BE49-F238E27FC236}">
                  <a16:creationId xmlns:a16="http://schemas.microsoft.com/office/drawing/2014/main" id="{1E2B56A4-9BFA-A047-3650-5E68696BCE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1305816" y="2563218"/>
              <a:ext cx="1368000" cy="1368000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72745C5-5F36-2975-B7F9-4241AF28B346}"/>
                </a:ext>
              </a:extLst>
            </p:cNvPr>
            <p:cNvSpPr txBox="1"/>
            <p:nvPr/>
          </p:nvSpPr>
          <p:spPr>
            <a:xfrm>
              <a:off x="-1132719" y="2954634"/>
              <a:ext cx="10187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UX/GR/</a:t>
              </a:r>
            </a:p>
            <a:p>
              <a:pPr algn="ctr"/>
              <a:r>
                <a:rPr lang="en-US" sz="1600" b="1" dirty="0"/>
                <a:t>HTML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BA81993F-B62B-CBA0-07FC-FA274AD6DB5A}"/>
              </a:ext>
            </a:extLst>
          </p:cNvPr>
          <p:cNvGrpSpPr/>
          <p:nvPr/>
        </p:nvGrpSpPr>
        <p:grpSpPr>
          <a:xfrm>
            <a:off x="-1305816" y="3562041"/>
            <a:ext cx="1368000" cy="1368000"/>
            <a:chOff x="-1305816" y="3625541"/>
            <a:chExt cx="1368000" cy="1368000"/>
          </a:xfrm>
        </p:grpSpPr>
        <p:pic>
          <p:nvPicPr>
            <p:cNvPr id="31" name="Graphic 30" descr="Laptop with solid fill">
              <a:extLst>
                <a:ext uri="{FF2B5EF4-FFF2-40B4-BE49-F238E27FC236}">
                  <a16:creationId xmlns:a16="http://schemas.microsoft.com/office/drawing/2014/main" id="{215A059E-8CA5-45AB-8FED-BAF693BA95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1305816" y="3625541"/>
              <a:ext cx="1368000" cy="1368000"/>
            </a:xfrm>
            <a:prstGeom prst="rect">
              <a:avLst/>
            </a:prstGeom>
          </p:spPr>
        </p:pic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DE19CBE-01D3-9C53-DE16-6BD409787BC6}"/>
                </a:ext>
              </a:extLst>
            </p:cNvPr>
            <p:cNvSpPr txBox="1"/>
            <p:nvPr/>
          </p:nvSpPr>
          <p:spPr>
            <a:xfrm>
              <a:off x="-1125282" y="3935008"/>
              <a:ext cx="10187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UX/GR/</a:t>
              </a:r>
            </a:p>
            <a:p>
              <a:pPr algn="ctr"/>
              <a:r>
                <a:rPr lang="en-US" sz="1600" b="1" dirty="0"/>
                <a:t>HTML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5CAA929-A5BB-23B2-65DA-DBD248BA8FB6}"/>
              </a:ext>
            </a:extLst>
          </p:cNvPr>
          <p:cNvGrpSpPr/>
          <p:nvPr/>
        </p:nvGrpSpPr>
        <p:grpSpPr>
          <a:xfrm>
            <a:off x="12351471" y="959924"/>
            <a:ext cx="3477844" cy="5636571"/>
            <a:chOff x="12351471" y="769424"/>
            <a:chExt cx="3477844" cy="5636571"/>
          </a:xfrm>
        </p:grpSpPr>
        <p:sp>
          <p:nvSpPr>
            <p:cNvPr id="63" name="Arrow: Up-Down 62">
              <a:extLst>
                <a:ext uri="{FF2B5EF4-FFF2-40B4-BE49-F238E27FC236}">
                  <a16:creationId xmlns:a16="http://schemas.microsoft.com/office/drawing/2014/main" id="{2570E3A1-D438-779F-5AFA-976C845A0E6B}"/>
                </a:ext>
              </a:extLst>
            </p:cNvPr>
            <p:cNvSpPr/>
            <p:nvPr/>
          </p:nvSpPr>
          <p:spPr>
            <a:xfrm>
              <a:off x="12351471" y="769424"/>
              <a:ext cx="3477844" cy="5636571"/>
            </a:xfrm>
            <a:prstGeom prst="upDownArrow">
              <a:avLst>
                <a:gd name="adj1" fmla="val 64745"/>
                <a:gd name="adj2" fmla="val 16527"/>
              </a:avLst>
            </a:prstGeom>
            <a:solidFill>
              <a:srgbClr val="0068A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b"/>
            <a:lstStyle/>
            <a:p>
              <a:pPr algn="ctr"/>
              <a:r>
                <a:rPr lang="en-US" sz="2400" b="1" dirty="0"/>
                <a:t>Verifiable Trust Circles (VTC7)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46AD76E-7958-95A8-B082-4456786CD2F2}"/>
                </a:ext>
              </a:extLst>
            </p:cNvPr>
            <p:cNvGrpSpPr/>
            <p:nvPr/>
          </p:nvGrpSpPr>
          <p:grpSpPr>
            <a:xfrm>
              <a:off x="13264604" y="1491430"/>
              <a:ext cx="1365873" cy="4199753"/>
              <a:chOff x="12829716" y="1234962"/>
              <a:chExt cx="1365873" cy="4199753"/>
            </a:xfrm>
          </p:grpSpPr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61BDAB8E-7810-26CF-4416-DBCF7612D9DA}"/>
                  </a:ext>
                </a:extLst>
              </p:cNvPr>
              <p:cNvSpPr/>
              <p:nvPr/>
            </p:nvSpPr>
            <p:spPr>
              <a:xfrm>
                <a:off x="12829716" y="1234962"/>
                <a:ext cx="1365873" cy="717668"/>
              </a:xfrm>
              <a:prstGeom prst="roundRect">
                <a:avLst>
                  <a:gd name="adj" fmla="val 3925"/>
                </a:avLst>
              </a:prstGeom>
              <a:gradFill flip="none" rotWithShape="1">
                <a:gsLst>
                  <a:gs pos="0">
                    <a:srgbClr val="00B050">
                      <a:tint val="66000"/>
                      <a:satMod val="160000"/>
                    </a:srgbClr>
                  </a:gs>
                  <a:gs pos="50000">
                    <a:srgbClr val="00B050">
                      <a:tint val="44500"/>
                      <a:satMod val="160000"/>
                    </a:srgbClr>
                  </a:gs>
                  <a:gs pos="100000">
                    <a:srgbClr val="00B05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</a:rPr>
                  <a:t>Citizen</a:t>
                </a:r>
              </a:p>
              <a:p>
                <a:pPr algn="ctr"/>
                <a:r>
                  <a:rPr lang="en-US" sz="2200" b="1" dirty="0">
                    <a:solidFill>
                      <a:schemeClr val="tx1"/>
                    </a:solidFill>
                  </a:rPr>
                  <a:t>TDA</a:t>
                </a:r>
              </a:p>
            </p:txBody>
          </p:sp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18FF6ED7-6D47-09FE-F5F1-23429F19C23E}"/>
                  </a:ext>
                </a:extLst>
              </p:cNvPr>
              <p:cNvSpPr/>
              <p:nvPr/>
            </p:nvSpPr>
            <p:spPr>
              <a:xfrm>
                <a:off x="12829717" y="2106619"/>
                <a:ext cx="1365872" cy="716532"/>
              </a:xfrm>
              <a:prstGeom prst="roundRect">
                <a:avLst>
                  <a:gd name="adj" fmla="val 3925"/>
                </a:avLst>
              </a:prstGeom>
              <a:gradFill flip="none" rotWithShape="1">
                <a:gsLst>
                  <a:gs pos="0">
                    <a:srgbClr val="00B050">
                      <a:tint val="66000"/>
                      <a:satMod val="160000"/>
                    </a:srgbClr>
                  </a:gs>
                  <a:gs pos="50000">
                    <a:srgbClr val="00B050">
                      <a:tint val="44500"/>
                      <a:satMod val="160000"/>
                    </a:srgbClr>
                  </a:gs>
                  <a:gs pos="100000">
                    <a:srgbClr val="00B05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</a:rPr>
                  <a:t>Citizen</a:t>
                </a:r>
              </a:p>
              <a:p>
                <a:pPr algn="ctr"/>
                <a:r>
                  <a:rPr lang="en-US" sz="2200" b="1" dirty="0">
                    <a:solidFill>
                      <a:schemeClr val="tx1"/>
                    </a:solidFill>
                  </a:rPr>
                  <a:t>TDA</a:t>
                </a:r>
              </a:p>
            </p:txBody>
          </p:sp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13408ABC-744F-778F-7BED-DD89714858A4}"/>
                  </a:ext>
                </a:extLst>
              </p:cNvPr>
              <p:cNvSpPr/>
              <p:nvPr/>
            </p:nvSpPr>
            <p:spPr>
              <a:xfrm>
                <a:off x="12829717" y="2977140"/>
                <a:ext cx="1365872" cy="716532"/>
              </a:xfrm>
              <a:prstGeom prst="roundRect">
                <a:avLst>
                  <a:gd name="adj" fmla="val 3925"/>
                </a:avLst>
              </a:prstGeom>
              <a:gradFill flip="none" rotWithShape="1">
                <a:gsLst>
                  <a:gs pos="0">
                    <a:srgbClr val="00B050">
                      <a:tint val="66000"/>
                      <a:satMod val="160000"/>
                    </a:srgbClr>
                  </a:gs>
                  <a:gs pos="50000">
                    <a:srgbClr val="00B050">
                      <a:tint val="44500"/>
                      <a:satMod val="160000"/>
                    </a:srgbClr>
                  </a:gs>
                  <a:gs pos="100000">
                    <a:srgbClr val="00B05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</a:rPr>
                  <a:t>…</a:t>
                </a:r>
              </a:p>
            </p:txBody>
          </p:sp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7DB59BCA-A537-B294-4DB3-04D862C1F45C}"/>
                  </a:ext>
                </a:extLst>
              </p:cNvPr>
              <p:cNvSpPr/>
              <p:nvPr/>
            </p:nvSpPr>
            <p:spPr>
              <a:xfrm>
                <a:off x="12829717" y="4718183"/>
                <a:ext cx="1365872" cy="716532"/>
              </a:xfrm>
              <a:prstGeom prst="roundRect">
                <a:avLst>
                  <a:gd name="adj" fmla="val 3925"/>
                </a:avLst>
              </a:prstGeom>
              <a:gradFill flip="none" rotWithShape="1">
                <a:gsLst>
                  <a:gs pos="0">
                    <a:srgbClr val="00B050">
                      <a:tint val="66000"/>
                      <a:satMod val="160000"/>
                    </a:srgbClr>
                  </a:gs>
                  <a:gs pos="50000">
                    <a:srgbClr val="00B050">
                      <a:tint val="44500"/>
                      <a:satMod val="160000"/>
                    </a:srgbClr>
                  </a:gs>
                  <a:gs pos="100000">
                    <a:srgbClr val="00B05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</a:rPr>
                  <a:t>Citizen</a:t>
                </a:r>
              </a:p>
              <a:p>
                <a:pPr algn="ctr"/>
                <a:r>
                  <a:rPr lang="en-US" sz="2200" b="1" dirty="0">
                    <a:solidFill>
                      <a:schemeClr val="tx1"/>
                    </a:solidFill>
                  </a:rPr>
                  <a:t>TDA</a:t>
                </a:r>
              </a:p>
            </p:txBody>
          </p:sp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18DAA87B-E315-6B96-851D-BF0863F7F0C9}"/>
                  </a:ext>
                </a:extLst>
              </p:cNvPr>
              <p:cNvSpPr/>
              <p:nvPr/>
            </p:nvSpPr>
            <p:spPr>
              <a:xfrm>
                <a:off x="12829717" y="3847661"/>
                <a:ext cx="1365872" cy="716532"/>
              </a:xfrm>
              <a:prstGeom prst="roundRect">
                <a:avLst>
                  <a:gd name="adj" fmla="val 3925"/>
                </a:avLst>
              </a:prstGeom>
              <a:gradFill flip="none" rotWithShape="1">
                <a:gsLst>
                  <a:gs pos="0">
                    <a:srgbClr val="00B050">
                      <a:tint val="66000"/>
                      <a:satMod val="160000"/>
                    </a:srgbClr>
                  </a:gs>
                  <a:gs pos="50000">
                    <a:srgbClr val="00B050">
                      <a:tint val="44500"/>
                      <a:satMod val="160000"/>
                    </a:srgbClr>
                  </a:gs>
                  <a:gs pos="100000">
                    <a:srgbClr val="00B05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</a:rPr>
                  <a:t>Citizen</a:t>
                </a:r>
              </a:p>
              <a:p>
                <a:pPr algn="ctr"/>
                <a:r>
                  <a:rPr lang="en-US" sz="2200" b="1" dirty="0">
                    <a:solidFill>
                      <a:schemeClr val="tx1"/>
                    </a:solidFill>
                  </a:rPr>
                  <a:t>TDA</a:t>
                </a:r>
              </a:p>
            </p:txBody>
          </p:sp>
        </p:grp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6CF9EDC-1F0F-0C1B-D9E9-662A1950EB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1590" y="3591874"/>
              <a:ext cx="740611" cy="19324"/>
            </a:xfrm>
            <a:prstGeom prst="line">
              <a:avLst/>
            </a:prstGeom>
            <a:ln w="571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D160FB3-DBC8-9003-FEB3-C7CBBAA981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1590" y="2687949"/>
              <a:ext cx="740611" cy="19324"/>
            </a:xfrm>
            <a:prstGeom prst="line">
              <a:avLst/>
            </a:prstGeom>
            <a:ln w="571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0ED0676-CAB1-CB6F-C1F9-B05F00415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1590" y="5251672"/>
              <a:ext cx="740611" cy="19324"/>
            </a:xfrm>
            <a:prstGeom prst="line">
              <a:avLst/>
            </a:prstGeom>
            <a:ln w="571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82172DD-314C-934F-4729-B676781868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1590" y="4435662"/>
              <a:ext cx="740611" cy="19324"/>
            </a:xfrm>
            <a:prstGeom prst="line">
              <a:avLst/>
            </a:prstGeom>
            <a:ln w="571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F941737-082A-0246-7DEE-F66DB7DAB8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1590" y="2000132"/>
              <a:ext cx="740611" cy="19324"/>
            </a:xfrm>
            <a:prstGeom prst="line">
              <a:avLst/>
            </a:prstGeom>
            <a:ln w="571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5EEDE03E-5BDD-D543-21EF-395879E7BE5A}"/>
                </a:ext>
              </a:extLst>
            </p:cNvPr>
            <p:cNvSpPr/>
            <p:nvPr/>
          </p:nvSpPr>
          <p:spPr>
            <a:xfrm rot="16200000">
              <a:off x="12671000" y="1937438"/>
              <a:ext cx="350982" cy="166255"/>
            </a:xfrm>
            <a:prstGeom prst="round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79422F23-A9FC-9655-FEC3-F0F459614CE7}"/>
                </a:ext>
              </a:extLst>
            </p:cNvPr>
            <p:cNvSpPr/>
            <p:nvPr/>
          </p:nvSpPr>
          <p:spPr>
            <a:xfrm rot="16200000">
              <a:off x="12671000" y="2611544"/>
              <a:ext cx="350982" cy="166255"/>
            </a:xfrm>
            <a:prstGeom prst="round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96FA9D03-5468-F5B2-F312-70AD91C94359}"/>
                </a:ext>
              </a:extLst>
            </p:cNvPr>
            <p:cNvSpPr/>
            <p:nvPr/>
          </p:nvSpPr>
          <p:spPr>
            <a:xfrm rot="16200000">
              <a:off x="12671000" y="3521363"/>
              <a:ext cx="350982" cy="166255"/>
            </a:xfrm>
            <a:prstGeom prst="round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4BD9B74F-AD46-AA59-DAE3-DC574DABF265}"/>
                </a:ext>
              </a:extLst>
            </p:cNvPr>
            <p:cNvSpPr/>
            <p:nvPr/>
          </p:nvSpPr>
          <p:spPr>
            <a:xfrm rot="16200000">
              <a:off x="12671000" y="4373732"/>
              <a:ext cx="350982" cy="166255"/>
            </a:xfrm>
            <a:prstGeom prst="round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F6C13E4A-C1E5-EB79-0CB0-BA1C629B613A}"/>
                </a:ext>
              </a:extLst>
            </p:cNvPr>
            <p:cNvSpPr/>
            <p:nvPr/>
          </p:nvSpPr>
          <p:spPr>
            <a:xfrm rot="16200000">
              <a:off x="12671000" y="5194323"/>
              <a:ext cx="350982" cy="166255"/>
            </a:xfrm>
            <a:prstGeom prst="round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6AEFF138-3CDD-DFB5-733E-CA0DAD813BF3}"/>
              </a:ext>
            </a:extLst>
          </p:cNvPr>
          <p:cNvGrpSpPr/>
          <p:nvPr/>
        </p:nvGrpSpPr>
        <p:grpSpPr>
          <a:xfrm>
            <a:off x="-2463441" y="1436197"/>
            <a:ext cx="1194367" cy="4621701"/>
            <a:chOff x="-2463441" y="1436197"/>
            <a:chExt cx="1194367" cy="462170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D2EA898-5096-56FD-8BD5-11D123795D85}"/>
                </a:ext>
              </a:extLst>
            </p:cNvPr>
            <p:cNvSpPr txBox="1"/>
            <p:nvPr/>
          </p:nvSpPr>
          <p:spPr>
            <a:xfrm rot="16200000">
              <a:off x="-3849229" y="3477743"/>
              <a:ext cx="4621701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Command Li</a:t>
              </a:r>
              <a:r>
                <a:rPr lang="en-US" b="1" dirty="0">
                  <a:solidFill>
                    <a:schemeClr val="tx1"/>
                  </a:solidFill>
                </a:rPr>
                <a:t>ne/Touch Interfaces (CLTIs)</a:t>
              </a:r>
            </a:p>
            <a:p>
              <a:pPr algn="ctr"/>
              <a:r>
                <a:rPr lang="en-US" sz="1100" b="1" dirty="0"/>
                <a:t>(Windows, Linux Android, iOS, </a:t>
              </a:r>
              <a:r>
                <a:rPr lang="en-US" sz="1100" b="1" dirty="0" err="1"/>
                <a:t>FireOS</a:t>
              </a:r>
              <a:r>
                <a:rPr lang="en-US" sz="1100" b="1" dirty="0"/>
                <a:t>)</a:t>
              </a:r>
              <a:endParaRPr lang="en-US" sz="1100" b="1" dirty="0">
                <a:solidFill>
                  <a:schemeClr val="tx1"/>
                </a:solidFill>
              </a:endParaRPr>
            </a:p>
          </p:txBody>
        </p:sp>
        <p:pic>
          <p:nvPicPr>
            <p:cNvPr id="88" name="Graphic 87" descr="Keyboard with solid fill">
              <a:extLst>
                <a:ext uri="{FF2B5EF4-FFF2-40B4-BE49-F238E27FC236}">
                  <a16:creationId xmlns:a16="http://schemas.microsoft.com/office/drawing/2014/main" id="{6B0FE2D0-C77F-5BAC-D01E-077FE3D979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6200000">
              <a:off x="-2463441" y="3278877"/>
              <a:ext cx="914400" cy="914400"/>
            </a:xfrm>
            <a:prstGeom prst="rect">
              <a:avLst/>
            </a:prstGeom>
          </p:spPr>
        </p:pic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9F7B2540-474E-5F26-7A38-57976F3BDFAB}"/>
              </a:ext>
            </a:extLst>
          </p:cNvPr>
          <p:cNvSpPr txBox="1"/>
          <p:nvPr/>
        </p:nvSpPr>
        <p:spPr>
          <a:xfrm>
            <a:off x="4474322" y="699740"/>
            <a:ext cx="9473217" cy="402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Sovrona (SVRN7) Shared Reserve Currency </a:t>
            </a:r>
            <a:r>
              <a:rPr lang="en-US" sz="2000" b="1" dirty="0">
                <a:solidFill>
                  <a:schemeClr val="tx1"/>
                </a:solidFill>
              </a:rPr>
              <a:t>(SRC)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26798AF-0A18-6246-8443-C1642ECAA33B}"/>
              </a:ext>
            </a:extLst>
          </p:cNvPr>
          <p:cNvGrpSpPr/>
          <p:nvPr/>
        </p:nvGrpSpPr>
        <p:grpSpPr>
          <a:xfrm>
            <a:off x="8149448" y="2209956"/>
            <a:ext cx="903677" cy="3425082"/>
            <a:chOff x="8085948" y="2033757"/>
            <a:chExt cx="903677" cy="3601281"/>
          </a:xfrm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F83B64F6-3333-48AA-7A23-CF75C80011ED}"/>
                </a:ext>
              </a:extLst>
            </p:cNvPr>
            <p:cNvSpPr/>
            <p:nvPr/>
          </p:nvSpPr>
          <p:spPr>
            <a:xfrm>
              <a:off x="8085948" y="2033757"/>
              <a:ext cx="903677" cy="3601281"/>
            </a:xfrm>
            <a:prstGeom prst="roundRect">
              <a:avLst>
                <a:gd name="adj" fmla="val 10497"/>
              </a:avLst>
            </a:prstGeom>
            <a:gradFill flip="none" rotWithShape="1">
              <a:gsLst>
                <a:gs pos="0">
                  <a:schemeClr val="accent4">
                    <a:tint val="66000"/>
                    <a:satMod val="160000"/>
                  </a:schemeClr>
                </a:gs>
                <a:gs pos="50000">
                  <a:schemeClr val="accent4">
                    <a:tint val="44500"/>
                    <a:satMod val="160000"/>
                  </a:schemeClr>
                </a:gs>
                <a:gs pos="100000">
                  <a:schemeClr val="accent4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t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DIDComm V2 Messaging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3F2BD3D-716A-CAA7-2D63-AF8973087727}"/>
                </a:ext>
              </a:extLst>
            </p:cNvPr>
            <p:cNvGrpSpPr/>
            <p:nvPr/>
          </p:nvGrpSpPr>
          <p:grpSpPr>
            <a:xfrm>
              <a:off x="8597102" y="2292210"/>
              <a:ext cx="369332" cy="1333945"/>
              <a:chOff x="9059737" y="2031468"/>
              <a:chExt cx="369332" cy="1333945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118E00A8-0453-5DAC-B74F-F11FA6A27F90}"/>
                  </a:ext>
                </a:extLst>
              </p:cNvPr>
              <p:cNvSpPr/>
              <p:nvPr/>
            </p:nvSpPr>
            <p:spPr>
              <a:xfrm rot="16200000">
                <a:off x="9084322" y="2123833"/>
                <a:ext cx="350985" cy="166255"/>
              </a:xfrm>
              <a:prstGeom prst="round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58CD45A-DDB7-B49A-A72A-7E6923F1DD76}"/>
                  </a:ext>
                </a:extLst>
              </p:cNvPr>
              <p:cNvSpPr txBox="1"/>
              <p:nvPr/>
            </p:nvSpPr>
            <p:spPr>
              <a:xfrm rot="16200000">
                <a:off x="8745319" y="2681664"/>
                <a:ext cx="9981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dirty="0"/>
                  <a:t>Unpack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E3A12D4D-F645-20B3-70FB-18F3DAA36577}"/>
                </a:ext>
              </a:extLst>
            </p:cNvPr>
            <p:cNvGrpSpPr/>
            <p:nvPr/>
          </p:nvGrpSpPr>
          <p:grpSpPr>
            <a:xfrm>
              <a:off x="8595748" y="3850651"/>
              <a:ext cx="369332" cy="1090809"/>
              <a:chOff x="12521590" y="5444505"/>
              <a:chExt cx="369332" cy="1090809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1D4CB86A-E3A5-C45D-9F17-2EE07B28F263}"/>
                  </a:ext>
                </a:extLst>
              </p:cNvPr>
              <p:cNvSpPr/>
              <p:nvPr/>
            </p:nvSpPr>
            <p:spPr>
              <a:xfrm rot="16200000">
                <a:off x="12531600" y="6276695"/>
                <a:ext cx="350982" cy="166255"/>
              </a:xfrm>
              <a:prstGeom prst="round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EFC2B1B-9795-6D5B-CD0C-E006526D8400}"/>
                  </a:ext>
                </a:extLst>
              </p:cNvPr>
              <p:cNvSpPr txBox="1"/>
              <p:nvPr/>
            </p:nvSpPr>
            <p:spPr>
              <a:xfrm rot="16200000">
                <a:off x="12321412" y="5644683"/>
                <a:ext cx="7696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Pack</a:t>
                </a:r>
              </a:p>
            </p:txBody>
          </p:sp>
        </p:grpSp>
      </p:grp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52FE350-BA4A-2696-3890-CA9D23F662C5}"/>
              </a:ext>
            </a:extLst>
          </p:cNvPr>
          <p:cNvCxnSpPr>
            <a:cxnSpLocks/>
            <a:stCxn id="2" idx="2"/>
          </p:cNvCxnSpPr>
          <p:nvPr/>
        </p:nvCxnSpPr>
        <p:spPr>
          <a:xfrm flipV="1">
            <a:off x="8943807" y="2622662"/>
            <a:ext cx="561949" cy="9"/>
          </a:xfrm>
          <a:prstGeom prst="line">
            <a:avLst/>
          </a:prstGeom>
          <a:ln w="57150">
            <a:solidFill>
              <a:schemeClr val="tx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51216671-B411-1F4D-9A91-CA4E63418252}"/>
              </a:ext>
            </a:extLst>
          </p:cNvPr>
          <p:cNvCxnSpPr>
            <a:cxnSpLocks/>
            <a:stCxn id="33" idx="2"/>
          </p:cNvCxnSpPr>
          <p:nvPr/>
        </p:nvCxnSpPr>
        <p:spPr>
          <a:xfrm flipV="1">
            <a:off x="8927877" y="4774045"/>
            <a:ext cx="736823" cy="34444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43E6D7F2-08DC-5469-734C-D03E298DA867}"/>
              </a:ext>
            </a:extLst>
          </p:cNvPr>
          <p:cNvGrpSpPr/>
          <p:nvPr/>
        </p:nvGrpSpPr>
        <p:grpSpPr>
          <a:xfrm>
            <a:off x="2876077" y="2640149"/>
            <a:ext cx="4950568" cy="2870290"/>
            <a:chOff x="2876077" y="2640149"/>
            <a:chExt cx="4950568" cy="287029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1898245-EE70-D7EB-D738-FA1CEE289C40}"/>
                </a:ext>
              </a:extLst>
            </p:cNvPr>
            <p:cNvSpPr/>
            <p:nvPr/>
          </p:nvSpPr>
          <p:spPr>
            <a:xfrm>
              <a:off x="2876077" y="2640149"/>
              <a:ext cx="3228018" cy="2870290"/>
            </a:xfrm>
            <a:prstGeom prst="roundRect">
              <a:avLst>
                <a:gd name="adj" fmla="val 10037"/>
              </a:avLst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Agent 1 Runspace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6864BAE-C2E0-DC7A-D9C0-09704F43E3EA}"/>
                </a:ext>
              </a:extLst>
            </p:cNvPr>
            <p:cNvSpPr/>
            <p:nvPr/>
          </p:nvSpPr>
          <p:spPr>
            <a:xfrm>
              <a:off x="2997465" y="4774045"/>
              <a:ext cx="2960444" cy="609274"/>
            </a:xfrm>
            <a:prstGeom prst="roundRect">
              <a:avLst/>
            </a:prstGeom>
            <a:solidFill>
              <a:srgbClr val="FFC48F"/>
            </a:solidFill>
            <a:ln w="76200">
              <a:solidFill>
                <a:srgbClr val="FE78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DIDComm Message Switchboard</a:t>
              </a: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F71803C2-EACC-14ED-383F-AAE58B31BB8A}"/>
                </a:ext>
              </a:extLst>
            </p:cNvPr>
            <p:cNvGrpSpPr/>
            <p:nvPr/>
          </p:nvGrpSpPr>
          <p:grpSpPr>
            <a:xfrm>
              <a:off x="2997465" y="3679202"/>
              <a:ext cx="2973244" cy="983559"/>
              <a:chOff x="2997465" y="3738363"/>
              <a:chExt cx="2973244" cy="983559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F629CF07-64C5-FDD9-33C5-45FDB1B4AC8C}"/>
                  </a:ext>
                </a:extLst>
              </p:cNvPr>
              <p:cNvSpPr/>
              <p:nvPr/>
            </p:nvSpPr>
            <p:spPr>
              <a:xfrm>
                <a:off x="2997465" y="3738363"/>
                <a:ext cx="1203132" cy="425025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Email</a:t>
                </a:r>
              </a:p>
            </p:txBody>
          </p:sp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0DF001A0-54A8-D54C-A077-494E17EA92D8}"/>
                  </a:ext>
                </a:extLst>
              </p:cNvPr>
              <p:cNvSpPr/>
              <p:nvPr/>
            </p:nvSpPr>
            <p:spPr>
              <a:xfrm>
                <a:off x="4342074" y="3744918"/>
                <a:ext cx="1628635" cy="424800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Calendar</a:t>
                </a:r>
              </a:p>
            </p:txBody>
          </p:sp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E18FC7E6-3792-438F-F2AA-3968DF3281A4}"/>
                  </a:ext>
                </a:extLst>
              </p:cNvPr>
              <p:cNvSpPr/>
              <p:nvPr/>
            </p:nvSpPr>
            <p:spPr>
              <a:xfrm>
                <a:off x="2997465" y="4290342"/>
                <a:ext cx="1203132" cy="425025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Presence</a:t>
                </a:r>
              </a:p>
            </p:txBody>
          </p:sp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AD9BECFE-C28E-FC1D-D946-237006E8AE5F}"/>
                  </a:ext>
                </a:extLst>
              </p:cNvPr>
              <p:cNvSpPr/>
              <p:nvPr/>
            </p:nvSpPr>
            <p:spPr>
              <a:xfrm>
                <a:off x="4342074" y="4296897"/>
                <a:ext cx="1628635" cy="425025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Notifications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21C424F-70AA-9987-11D5-87C00A9BC73F}"/>
                </a:ext>
              </a:extLst>
            </p:cNvPr>
            <p:cNvGrpSpPr/>
            <p:nvPr/>
          </p:nvGrpSpPr>
          <p:grpSpPr>
            <a:xfrm>
              <a:off x="6224875" y="3849954"/>
              <a:ext cx="1596833" cy="751157"/>
              <a:chOff x="6224875" y="3830991"/>
              <a:chExt cx="1596833" cy="751157"/>
            </a:xfrm>
          </p:grpSpPr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5E2B91A2-773D-EF5A-072B-1ADADE3F4837}"/>
                  </a:ext>
                </a:extLst>
              </p:cNvPr>
              <p:cNvSpPr/>
              <p:nvPr/>
            </p:nvSpPr>
            <p:spPr>
              <a:xfrm>
                <a:off x="6224875" y="3830991"/>
                <a:ext cx="1596833" cy="751157"/>
              </a:xfrm>
              <a:prstGeom prst="roundRect">
                <a:avLst>
                  <a:gd name="adj" fmla="val 10037"/>
                </a:avLst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Agent 3</a:t>
                </a:r>
              </a:p>
            </p:txBody>
          </p:sp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C1F01DD9-9609-83FC-1CB6-290B92FBE843}"/>
                  </a:ext>
                </a:extLst>
              </p:cNvPr>
              <p:cNvSpPr/>
              <p:nvPr/>
            </p:nvSpPr>
            <p:spPr>
              <a:xfrm>
                <a:off x="6321851" y="4234434"/>
                <a:ext cx="1406464" cy="252477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…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D635348-C134-5D77-B907-7C0F2C4665A1}"/>
                </a:ext>
              </a:extLst>
            </p:cNvPr>
            <p:cNvGrpSpPr/>
            <p:nvPr/>
          </p:nvGrpSpPr>
          <p:grpSpPr>
            <a:xfrm>
              <a:off x="6229812" y="2940627"/>
              <a:ext cx="1596833" cy="751157"/>
              <a:chOff x="6229812" y="2977486"/>
              <a:chExt cx="1596833" cy="751157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EF20804F-40F5-8D1C-ABDA-DA54EC78BC50}"/>
                  </a:ext>
                </a:extLst>
              </p:cNvPr>
              <p:cNvSpPr/>
              <p:nvPr/>
            </p:nvSpPr>
            <p:spPr>
              <a:xfrm>
                <a:off x="6229812" y="2977486"/>
                <a:ext cx="1596833" cy="751157"/>
              </a:xfrm>
              <a:prstGeom prst="roundRect">
                <a:avLst>
                  <a:gd name="adj" fmla="val 10037"/>
                </a:avLst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Agent 2</a:t>
                </a:r>
              </a:p>
            </p:txBody>
          </p:sp>
          <p:sp>
            <p:nvSpPr>
              <p:cNvPr id="96" name="Rectangle: Rounded Corners 95">
                <a:extLst>
                  <a:ext uri="{FF2B5EF4-FFF2-40B4-BE49-F238E27FC236}">
                    <a16:creationId xmlns:a16="http://schemas.microsoft.com/office/drawing/2014/main" id="{C3D6AA6E-87A5-D711-DCFB-F31219A91ADD}"/>
                  </a:ext>
                </a:extLst>
              </p:cNvPr>
              <p:cNvSpPr/>
              <p:nvPr/>
            </p:nvSpPr>
            <p:spPr>
              <a:xfrm>
                <a:off x="6281958" y="3373063"/>
                <a:ext cx="1508991" cy="338493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LOBE A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4DC756E1-4D77-247E-13D8-8A0770E49057}"/>
                </a:ext>
              </a:extLst>
            </p:cNvPr>
            <p:cNvGrpSpPr/>
            <p:nvPr/>
          </p:nvGrpSpPr>
          <p:grpSpPr>
            <a:xfrm>
              <a:off x="6224875" y="4759281"/>
              <a:ext cx="1596833" cy="751157"/>
              <a:chOff x="6224875" y="4695781"/>
              <a:chExt cx="1596833" cy="751157"/>
            </a:xfrm>
          </p:grpSpPr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84DB6D27-D976-DFC0-344A-F92F68505032}"/>
                  </a:ext>
                </a:extLst>
              </p:cNvPr>
              <p:cNvSpPr/>
              <p:nvPr/>
            </p:nvSpPr>
            <p:spPr>
              <a:xfrm>
                <a:off x="6224875" y="4695781"/>
                <a:ext cx="1596833" cy="751157"/>
              </a:xfrm>
              <a:prstGeom prst="roundRect">
                <a:avLst>
                  <a:gd name="adj" fmla="val 10037"/>
                </a:avLst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Agent N</a:t>
                </a:r>
              </a:p>
            </p:txBody>
          </p:sp>
          <p:sp>
            <p:nvSpPr>
              <p:cNvPr id="97" name="Rectangle: Rounded Corners 96">
                <a:extLst>
                  <a:ext uri="{FF2B5EF4-FFF2-40B4-BE49-F238E27FC236}">
                    <a16:creationId xmlns:a16="http://schemas.microsoft.com/office/drawing/2014/main" id="{455C040C-A1D3-8192-4DA7-2E2BE77EDF9D}"/>
                  </a:ext>
                </a:extLst>
              </p:cNvPr>
              <p:cNvSpPr/>
              <p:nvPr/>
            </p:nvSpPr>
            <p:spPr>
              <a:xfrm>
                <a:off x="6320059" y="5087715"/>
                <a:ext cx="1406464" cy="252477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LOBE Z</a:t>
                </a:r>
              </a:p>
            </p:txBody>
          </p:sp>
        </p:grpSp>
      </p:grp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BB6315C3-F66E-EECA-5172-BEB0104C203A}"/>
              </a:ext>
            </a:extLst>
          </p:cNvPr>
          <p:cNvCxnSpPr>
            <a:cxnSpLocks/>
            <a:endCxn id="123" idx="1"/>
          </p:cNvCxnSpPr>
          <p:nvPr/>
        </p:nvCxnSpPr>
        <p:spPr>
          <a:xfrm rot="16200000" flipH="1">
            <a:off x="4323138" y="5543198"/>
            <a:ext cx="640662" cy="306768"/>
          </a:xfrm>
          <a:prstGeom prst="bentConnector2">
            <a:avLst/>
          </a:prstGeom>
          <a:ln w="57150">
            <a:solidFill>
              <a:schemeClr val="accent5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FD6939ED-4E4A-1F25-4F6C-7963D66618D9}"/>
              </a:ext>
            </a:extLst>
          </p:cNvPr>
          <p:cNvCxnSpPr>
            <a:cxnSpLocks/>
            <a:stCxn id="85" idx="2"/>
            <a:endCxn id="123" idx="3"/>
          </p:cNvCxnSpPr>
          <p:nvPr/>
        </p:nvCxnSpPr>
        <p:spPr>
          <a:xfrm rot="5400000">
            <a:off x="7808027" y="5223652"/>
            <a:ext cx="381875" cy="1204647"/>
          </a:xfrm>
          <a:prstGeom prst="bentConnector2">
            <a:avLst/>
          </a:prstGeom>
          <a:ln w="5715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ylinder 7">
            <a:extLst>
              <a:ext uri="{FF2B5EF4-FFF2-40B4-BE49-F238E27FC236}">
                <a16:creationId xmlns:a16="http://schemas.microsoft.com/office/drawing/2014/main" id="{75C528E8-58E3-E9D5-238E-95FF5CB86B0E}"/>
              </a:ext>
            </a:extLst>
          </p:cNvPr>
          <p:cNvSpPr/>
          <p:nvPr/>
        </p:nvSpPr>
        <p:spPr>
          <a:xfrm>
            <a:off x="2730809" y="5772853"/>
            <a:ext cx="1538899" cy="1480689"/>
          </a:xfrm>
          <a:prstGeom prst="can">
            <a:avLst/>
          </a:prstGeom>
          <a:solidFill>
            <a:srgbClr val="002060"/>
          </a:solidFill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Long-Term</a:t>
            </a:r>
          </a:p>
          <a:p>
            <a:pPr algn="ctr"/>
            <a:r>
              <a:rPr lang="en-US" sz="2000" b="1" dirty="0"/>
              <a:t>Message Memory</a:t>
            </a:r>
          </a:p>
          <a:p>
            <a:pPr algn="ctr"/>
            <a:r>
              <a:rPr lang="en-US" sz="2000" b="1" dirty="0"/>
              <a:t>(LiteDB)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F43E44D5-EB06-F418-4E07-C01B16338080}"/>
              </a:ext>
            </a:extLst>
          </p:cNvPr>
          <p:cNvSpPr/>
          <p:nvPr/>
        </p:nvSpPr>
        <p:spPr>
          <a:xfrm>
            <a:off x="4796853" y="5800913"/>
            <a:ext cx="2599787" cy="432000"/>
          </a:xfrm>
          <a:prstGeom prst="rect">
            <a:avLst/>
          </a:prstGeom>
          <a:solidFill>
            <a:srgbClr val="002060"/>
          </a:solidFill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IMemoryCache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586789CA-C61F-B676-23B5-08AC04D404A2}"/>
              </a:ext>
            </a:extLst>
          </p:cNvPr>
          <p:cNvCxnSpPr>
            <a:cxnSpLocks/>
            <a:stCxn id="8" idx="4"/>
            <a:endCxn id="123" idx="2"/>
          </p:cNvCxnSpPr>
          <p:nvPr/>
        </p:nvCxnSpPr>
        <p:spPr>
          <a:xfrm flipV="1">
            <a:off x="4269708" y="6232913"/>
            <a:ext cx="1827039" cy="280285"/>
          </a:xfrm>
          <a:prstGeom prst="bentConnector2">
            <a:avLst/>
          </a:prstGeom>
          <a:ln w="57150">
            <a:solidFill>
              <a:schemeClr val="accent5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4A2E0B92-F5AD-934C-2491-C3C19A3959F4}"/>
              </a:ext>
            </a:extLst>
          </p:cNvPr>
          <p:cNvCxnSpPr>
            <a:cxnSpLocks/>
            <a:endCxn id="82" idx="3"/>
          </p:cNvCxnSpPr>
          <p:nvPr/>
        </p:nvCxnSpPr>
        <p:spPr>
          <a:xfrm rot="10800000" flipV="1">
            <a:off x="8994260" y="5656638"/>
            <a:ext cx="1874095" cy="1861275"/>
          </a:xfrm>
          <a:prstGeom prst="bentConnector3">
            <a:avLst>
              <a:gd name="adj1" fmla="val 613"/>
            </a:avLst>
          </a:prstGeom>
          <a:ln w="57150">
            <a:solidFill>
              <a:schemeClr val="accent5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34CE5A4E-815A-D6FB-D9D6-3D2337C6EF9B}"/>
              </a:ext>
            </a:extLst>
          </p:cNvPr>
          <p:cNvCxnSpPr>
            <a:cxnSpLocks/>
            <a:endCxn id="87" idx="3"/>
          </p:cNvCxnSpPr>
          <p:nvPr/>
        </p:nvCxnSpPr>
        <p:spPr>
          <a:xfrm rot="5400000">
            <a:off x="9086272" y="6715174"/>
            <a:ext cx="2846040" cy="685773"/>
          </a:xfrm>
          <a:prstGeom prst="bentConnector2">
            <a:avLst/>
          </a:prstGeom>
          <a:ln w="57150">
            <a:solidFill>
              <a:schemeClr val="accent5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94F14807-EABD-C1D2-098C-1A15AD9F16B0}"/>
              </a:ext>
            </a:extLst>
          </p:cNvPr>
          <p:cNvCxnSpPr>
            <a:cxnSpLocks/>
            <a:endCxn id="126" idx="3"/>
          </p:cNvCxnSpPr>
          <p:nvPr/>
        </p:nvCxnSpPr>
        <p:spPr>
          <a:xfrm rot="5400000">
            <a:off x="8801272" y="7458465"/>
            <a:ext cx="3865928" cy="235883"/>
          </a:xfrm>
          <a:prstGeom prst="bentConnector2">
            <a:avLst/>
          </a:prstGeom>
          <a:ln w="57150">
            <a:solidFill>
              <a:schemeClr val="accent5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5E6C8664-789C-5E15-3805-9B4B21FC60E2}"/>
              </a:ext>
            </a:extLst>
          </p:cNvPr>
          <p:cNvSpPr/>
          <p:nvPr/>
        </p:nvSpPr>
        <p:spPr>
          <a:xfrm>
            <a:off x="2997465" y="3134339"/>
            <a:ext cx="2960444" cy="424800"/>
          </a:xfrm>
          <a:prstGeom prst="roundRect">
            <a:avLst/>
          </a:prstGeom>
          <a:gradFill flip="none" rotWithShape="1">
            <a:gsLst>
              <a:gs pos="0">
                <a:srgbClr val="0068A5">
                  <a:tint val="66000"/>
                  <a:satMod val="160000"/>
                </a:srgbClr>
              </a:gs>
              <a:gs pos="50000">
                <a:srgbClr val="0068A5">
                  <a:tint val="44500"/>
                  <a:satMod val="160000"/>
                </a:srgbClr>
              </a:gs>
              <a:gs pos="100000">
                <a:srgbClr val="0068A5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76200">
            <a:solidFill>
              <a:srgbClr val="0068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SVRN7</a:t>
            </a:r>
          </a:p>
        </p:txBody>
      </p: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814A110A-79CE-3C69-0AB2-D74FFA4E7690}"/>
              </a:ext>
            </a:extLst>
          </p:cNvPr>
          <p:cNvCxnSpPr>
            <a:cxnSpLocks/>
            <a:stCxn id="57" idx="0"/>
            <a:endCxn id="119" idx="0"/>
          </p:cNvCxnSpPr>
          <p:nvPr/>
        </p:nvCxnSpPr>
        <p:spPr>
          <a:xfrm rot="16200000" flipH="1" flipV="1">
            <a:off x="8486409" y="-2326793"/>
            <a:ext cx="1452409" cy="9469854"/>
          </a:xfrm>
          <a:prstGeom prst="bentConnector3">
            <a:avLst>
              <a:gd name="adj1" fmla="val -42611"/>
            </a:avLst>
          </a:prstGeom>
          <a:ln w="57150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3C2C631-4BBD-E6C9-ABD0-2D39B49BCAFF}"/>
              </a:ext>
            </a:extLst>
          </p:cNvPr>
          <p:cNvGrpSpPr/>
          <p:nvPr/>
        </p:nvGrpSpPr>
        <p:grpSpPr>
          <a:xfrm>
            <a:off x="-2202802" y="6061608"/>
            <a:ext cx="4495690" cy="4581550"/>
            <a:chOff x="-2202802" y="6061608"/>
            <a:chExt cx="4495690" cy="4581550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1FF10414-752D-A9DC-323D-6DAEC9516B1C}"/>
                </a:ext>
              </a:extLst>
            </p:cNvPr>
            <p:cNvSpPr/>
            <p:nvPr/>
          </p:nvSpPr>
          <p:spPr>
            <a:xfrm>
              <a:off x="-2202802" y="6061608"/>
              <a:ext cx="4495690" cy="45815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571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2400" b="1" dirty="0">
                  <a:solidFill>
                    <a:srgbClr val="002060"/>
                  </a:solidFill>
                  <a:latin typeface="Koblenz Serial" panose="02000000000000000000" pitchFamily="50" charset="0"/>
                  <a:cs typeface="Cascadia Code" panose="020B0609020000020004" pitchFamily="49" charset="0"/>
                </a:rPr>
                <a:t>PPML Legend 0.25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51D02E63-3498-268F-3595-EBFA0FD68183}"/>
                </a:ext>
              </a:extLst>
            </p:cNvPr>
            <p:cNvGrpSpPr/>
            <p:nvPr/>
          </p:nvGrpSpPr>
          <p:grpSpPr>
            <a:xfrm>
              <a:off x="-883116" y="6798262"/>
              <a:ext cx="1368000" cy="1619532"/>
              <a:chOff x="-860814" y="6798262"/>
              <a:chExt cx="1368000" cy="1619532"/>
            </a:xfrm>
          </p:grpSpPr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D50C0A1A-74E4-5956-1A73-F64168873EB9}"/>
                  </a:ext>
                </a:extLst>
              </p:cNvPr>
              <p:cNvSpPr/>
              <p:nvPr/>
            </p:nvSpPr>
            <p:spPr>
              <a:xfrm>
                <a:off x="-703503" y="6798262"/>
                <a:ext cx="1054552" cy="425025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68A5">
                      <a:tint val="66000"/>
                      <a:satMod val="160000"/>
                    </a:srgbClr>
                  </a:gs>
                  <a:gs pos="50000">
                    <a:srgbClr val="0068A5">
                      <a:tint val="44500"/>
                      <a:satMod val="160000"/>
                    </a:srgbClr>
                  </a:gs>
                  <a:gs pos="100000">
                    <a:srgbClr val="0068A5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76200">
                <a:solidFill>
                  <a:srgbClr val="0068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LOBE</a:t>
                </a: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7D7E6ABD-38EA-270B-084F-2441319BD196}"/>
                  </a:ext>
                </a:extLst>
              </p:cNvPr>
              <p:cNvGrpSpPr/>
              <p:nvPr/>
            </p:nvGrpSpPr>
            <p:grpSpPr>
              <a:xfrm>
                <a:off x="-860814" y="7049794"/>
                <a:ext cx="1368000" cy="1368000"/>
                <a:chOff x="-860814" y="7049794"/>
                <a:chExt cx="1368000" cy="1368000"/>
              </a:xfrm>
            </p:grpSpPr>
            <p:pic>
              <p:nvPicPr>
                <p:cNvPr id="78" name="Graphic 77" descr="Tablet with solid fill">
                  <a:extLst>
                    <a:ext uri="{FF2B5EF4-FFF2-40B4-BE49-F238E27FC236}">
                      <a16:creationId xmlns:a16="http://schemas.microsoft.com/office/drawing/2014/main" id="{F0FC46C5-9831-3F2C-7D68-1FA6343A4E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860814" y="7049794"/>
                  <a:ext cx="1368000" cy="1368000"/>
                </a:xfrm>
                <a:prstGeom prst="rect">
                  <a:avLst/>
                </a:prstGeom>
              </p:spPr>
            </p:pic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52E8E109-B5BB-3B9C-6C0D-DBFA2FC0A6AF}"/>
                    </a:ext>
                  </a:extLst>
                </p:cNvPr>
                <p:cNvSpPr txBox="1"/>
                <p:nvPr/>
              </p:nvSpPr>
              <p:spPr>
                <a:xfrm>
                  <a:off x="-734878" y="7542810"/>
                  <a:ext cx="112936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/>
                    <a:t>Device</a:t>
                  </a:r>
                </a:p>
              </p:txBody>
            </p:sp>
          </p:grpSp>
        </p:grpSp>
        <p:sp>
          <p:nvSpPr>
            <p:cNvPr id="83" name="Cylinder 82">
              <a:extLst>
                <a:ext uri="{FF2B5EF4-FFF2-40B4-BE49-F238E27FC236}">
                  <a16:creationId xmlns:a16="http://schemas.microsoft.com/office/drawing/2014/main" id="{DA778D20-E343-12A2-DBEC-3E27F205FAFA}"/>
                </a:ext>
              </a:extLst>
            </p:cNvPr>
            <p:cNvSpPr/>
            <p:nvPr/>
          </p:nvSpPr>
          <p:spPr>
            <a:xfrm>
              <a:off x="878193" y="6209069"/>
              <a:ext cx="1249877" cy="1080000"/>
            </a:xfrm>
            <a:prstGeom prst="can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Data</a:t>
              </a:r>
            </a:p>
            <a:p>
              <a:pPr algn="ctr"/>
              <a:r>
                <a:rPr lang="en-US" sz="2000" b="1" dirty="0"/>
                <a:t>Storage</a:t>
              </a: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4F9EB4CA-BE9D-4029-05A7-7EA381039EF1}"/>
                </a:ext>
              </a:extLst>
            </p:cNvPr>
            <p:cNvSpPr/>
            <p:nvPr/>
          </p:nvSpPr>
          <p:spPr>
            <a:xfrm>
              <a:off x="-1402556" y="6779245"/>
              <a:ext cx="409821" cy="1276421"/>
            </a:xfrm>
            <a:prstGeom prst="roundRect">
              <a:avLst/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Network</a:t>
              </a:r>
            </a:p>
          </p:txBody>
        </p: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384ED35C-1D1A-E379-BDE7-844DEE688A19}"/>
                </a:ext>
              </a:extLst>
            </p:cNvPr>
            <p:cNvSpPr/>
            <p:nvPr/>
          </p:nvSpPr>
          <p:spPr>
            <a:xfrm>
              <a:off x="-2019434" y="6776262"/>
              <a:ext cx="409821" cy="1276421"/>
            </a:xfrm>
            <a:prstGeom prst="roundRect">
              <a:avLst/>
            </a:prstGeom>
            <a:gradFill flip="none" rotWithShape="1">
              <a:gsLst>
                <a:gs pos="0">
                  <a:schemeClr val="accent4">
                    <a:tint val="66000"/>
                    <a:satMod val="160000"/>
                  </a:schemeClr>
                </a:gs>
                <a:gs pos="50000">
                  <a:schemeClr val="accent4">
                    <a:tint val="44500"/>
                    <a:satMod val="160000"/>
                  </a:schemeClr>
                </a:gs>
                <a:gs pos="100000">
                  <a:schemeClr val="accent4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</a:rPr>
                <a:t>Protocol</a:t>
              </a:r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62594F07-677D-04CC-C289-78DD24C584E4}"/>
                </a:ext>
              </a:extLst>
            </p:cNvPr>
            <p:cNvSpPr/>
            <p:nvPr/>
          </p:nvSpPr>
          <p:spPr>
            <a:xfrm>
              <a:off x="-2057534" y="8235994"/>
              <a:ext cx="2386281" cy="425025"/>
            </a:xfrm>
            <a:prstGeom prst="roundRect">
              <a:avLst/>
            </a:prstGeom>
            <a:solidFill>
              <a:srgbClr val="FFC48F"/>
            </a:solidFill>
            <a:ln w="76200">
              <a:solidFill>
                <a:srgbClr val="FE78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Switchboard</a:t>
              </a:r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6A654010-F77B-48B0-18A7-5E0DE8726F0B}"/>
                </a:ext>
              </a:extLst>
            </p:cNvPr>
            <p:cNvSpPr/>
            <p:nvPr/>
          </p:nvSpPr>
          <p:spPr>
            <a:xfrm>
              <a:off x="553633" y="7925495"/>
              <a:ext cx="1596833" cy="751157"/>
            </a:xfrm>
            <a:prstGeom prst="roundRect">
              <a:avLst>
                <a:gd name="adj" fmla="val 10037"/>
              </a:avLst>
            </a:prstGeom>
            <a:solidFill>
              <a:schemeClr val="bg2">
                <a:lumMod val="75000"/>
              </a:schemeClr>
            </a:solidFill>
            <a:ln w="762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Runspace</a:t>
              </a:r>
              <a:r>
                <a:rPr lang="en-US" sz="2200" b="1" dirty="0">
                  <a:solidFill>
                    <a:schemeClr val="tx1"/>
                  </a:solidFill>
                </a:rPr>
                <a:t> Pool</a:t>
              </a:r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D72B0390-4304-1B8A-98A3-197498D04C37}"/>
                </a:ext>
              </a:extLst>
            </p:cNvPr>
            <p:cNvSpPr/>
            <p:nvPr/>
          </p:nvSpPr>
          <p:spPr>
            <a:xfrm>
              <a:off x="553632" y="8801267"/>
              <a:ext cx="1596833" cy="751157"/>
            </a:xfrm>
            <a:prstGeom prst="roundRect">
              <a:avLst>
                <a:gd name="adj" fmla="val 10037"/>
              </a:avLst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PowerShell</a:t>
              </a:r>
            </a:p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Runspace</a:t>
              </a:r>
            </a:p>
          </p:txBody>
        </p:sp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04EB3B97-C43A-E423-F768-7AB8CEFDC041}"/>
                </a:ext>
              </a:extLst>
            </p:cNvPr>
            <p:cNvSpPr/>
            <p:nvPr/>
          </p:nvSpPr>
          <p:spPr>
            <a:xfrm>
              <a:off x="-2057534" y="8843490"/>
              <a:ext cx="2364698" cy="692423"/>
            </a:xfrm>
            <a:prstGeom prst="roundRect">
              <a:avLst/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Host</a:t>
              </a:r>
            </a:p>
          </p:txBody>
        </p:sp>
        <p:sp>
          <p:nvSpPr>
            <p:cNvPr id="135" name="Rectangle: Rounded Corners 134">
              <a:extLst>
                <a:ext uri="{FF2B5EF4-FFF2-40B4-BE49-F238E27FC236}">
                  <a16:creationId xmlns:a16="http://schemas.microsoft.com/office/drawing/2014/main" id="{1509B6A3-9FFD-4783-C86F-6B8A40D28D46}"/>
                </a:ext>
              </a:extLst>
            </p:cNvPr>
            <p:cNvSpPr/>
            <p:nvPr/>
          </p:nvSpPr>
          <p:spPr>
            <a:xfrm rot="5400000">
              <a:off x="1152843" y="6797554"/>
              <a:ext cx="409821" cy="1596831"/>
            </a:xfrm>
            <a:prstGeom prst="roundRect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2000" b="1" dirty="0"/>
                <a:t>Data Access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03405F-6B4E-4C08-8375-BBC3F2050D7A}"/>
                </a:ext>
              </a:extLst>
            </p:cNvPr>
            <p:cNvSpPr/>
            <p:nvPr/>
          </p:nvSpPr>
          <p:spPr>
            <a:xfrm>
              <a:off x="-2057533" y="9759803"/>
              <a:ext cx="4185604" cy="691200"/>
            </a:xfrm>
            <a:prstGeom prst="rect">
              <a:avLst/>
            </a:prstGeom>
            <a:noFill/>
            <a:ln w="57150">
              <a:solidFill>
                <a:srgbClr val="00206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sz="2000" b="1" dirty="0">
                  <a:solidFill>
                    <a:schemeClr val="tx1"/>
                  </a:solidFill>
                </a:rPr>
                <a:t>Conditional Components Criteria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F6787FF-D8A5-2C00-9262-155220C66E5D}"/>
              </a:ext>
            </a:extLst>
          </p:cNvPr>
          <p:cNvGrpSpPr/>
          <p:nvPr/>
        </p:nvGrpSpPr>
        <p:grpSpPr>
          <a:xfrm>
            <a:off x="4376891" y="7065561"/>
            <a:ext cx="6663455" cy="3358782"/>
            <a:chOff x="4376891" y="6675276"/>
            <a:chExt cx="6663455" cy="3358782"/>
          </a:xfrm>
        </p:grpSpPr>
        <p:sp>
          <p:nvSpPr>
            <p:cNvPr id="44" name="Cylinder 43">
              <a:extLst>
                <a:ext uri="{FF2B5EF4-FFF2-40B4-BE49-F238E27FC236}">
                  <a16:creationId xmlns:a16="http://schemas.microsoft.com/office/drawing/2014/main" id="{2313BEAD-9A39-112D-0278-0CAF71D13B03}"/>
                </a:ext>
              </a:extLst>
            </p:cNvPr>
            <p:cNvSpPr/>
            <p:nvPr/>
          </p:nvSpPr>
          <p:spPr>
            <a:xfrm>
              <a:off x="4499075" y="6743798"/>
              <a:ext cx="1397865" cy="1404293"/>
            </a:xfrm>
            <a:prstGeom prst="can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DID Doc Registry</a:t>
              </a:r>
            </a:p>
            <a:p>
              <a:pPr algn="ctr"/>
              <a:r>
                <a:rPr lang="en-US" sz="2000" b="1" dirty="0"/>
                <a:t>(LiteDB)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AB84ACF-2AC4-503B-B3F6-F6526F49BCA1}"/>
                </a:ext>
              </a:extLst>
            </p:cNvPr>
            <p:cNvSpPr/>
            <p:nvPr/>
          </p:nvSpPr>
          <p:spPr>
            <a:xfrm>
              <a:off x="6219240" y="6912549"/>
              <a:ext cx="2775019" cy="430160"/>
            </a:xfrm>
            <a:prstGeom prst="rect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DID Doc Resolver</a:t>
              </a:r>
            </a:p>
          </p:txBody>
        </p:sp>
        <p:sp>
          <p:nvSpPr>
            <p:cNvPr id="77" name="Cylinder 76">
              <a:extLst>
                <a:ext uri="{FF2B5EF4-FFF2-40B4-BE49-F238E27FC236}">
                  <a16:creationId xmlns:a16="http://schemas.microsoft.com/office/drawing/2014/main" id="{0E8B8ED2-1AAE-1B72-86A2-3604A51F50E3}"/>
                </a:ext>
              </a:extLst>
            </p:cNvPr>
            <p:cNvSpPr/>
            <p:nvPr/>
          </p:nvSpPr>
          <p:spPr>
            <a:xfrm>
              <a:off x="6053817" y="7435056"/>
              <a:ext cx="1397865" cy="1404293"/>
            </a:xfrm>
            <a:prstGeom prst="can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VC Doc</a:t>
              </a:r>
            </a:p>
            <a:p>
              <a:pPr algn="ctr"/>
              <a:r>
                <a:rPr lang="en-US" sz="2000" b="1" dirty="0"/>
                <a:t>Registry</a:t>
              </a:r>
            </a:p>
            <a:p>
              <a:pPr algn="ctr"/>
              <a:r>
                <a:rPr lang="en-US" sz="2000" b="1" dirty="0"/>
                <a:t>(LiteDB)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A3EDDBA-CB0A-C578-E8CC-F60DDC533B5B}"/>
                </a:ext>
              </a:extLst>
            </p:cNvPr>
            <p:cNvSpPr/>
            <p:nvPr/>
          </p:nvSpPr>
          <p:spPr>
            <a:xfrm>
              <a:off x="7698150" y="7874795"/>
              <a:ext cx="2468255" cy="432000"/>
            </a:xfrm>
            <a:prstGeom prst="rect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VC Doc Resolver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B186A0D-E419-9D19-380B-53F3F9E355CD}"/>
                </a:ext>
              </a:extLst>
            </p:cNvPr>
            <p:cNvCxnSpPr>
              <a:cxnSpLocks/>
            </p:cNvCxnSpPr>
            <p:nvPr/>
          </p:nvCxnSpPr>
          <p:spPr>
            <a:xfrm>
              <a:off x="5692874" y="7127629"/>
              <a:ext cx="710520" cy="0"/>
            </a:xfrm>
            <a:prstGeom prst="line">
              <a:avLst/>
            </a:prstGeom>
            <a:ln w="57150">
              <a:solidFill>
                <a:schemeClr val="accent5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56B5C24-E50D-92A4-65A5-E7879521FC82}"/>
                </a:ext>
              </a:extLst>
            </p:cNvPr>
            <p:cNvCxnSpPr>
              <a:cxnSpLocks/>
            </p:cNvCxnSpPr>
            <p:nvPr/>
          </p:nvCxnSpPr>
          <p:spPr>
            <a:xfrm>
              <a:off x="7227048" y="8113191"/>
              <a:ext cx="710520" cy="0"/>
            </a:xfrm>
            <a:prstGeom prst="line">
              <a:avLst/>
            </a:prstGeom>
            <a:ln w="57150">
              <a:solidFill>
                <a:schemeClr val="accent5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Cylinder 121">
              <a:extLst>
                <a:ext uri="{FF2B5EF4-FFF2-40B4-BE49-F238E27FC236}">
                  <a16:creationId xmlns:a16="http://schemas.microsoft.com/office/drawing/2014/main" id="{A2439C1B-B411-292A-303D-49DB6F515A07}"/>
                </a:ext>
              </a:extLst>
            </p:cNvPr>
            <p:cNvSpPr/>
            <p:nvPr/>
          </p:nvSpPr>
          <p:spPr>
            <a:xfrm>
              <a:off x="7593169" y="8492352"/>
              <a:ext cx="1397865" cy="1404293"/>
            </a:xfrm>
            <a:prstGeom prst="can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Schema</a:t>
              </a:r>
            </a:p>
            <a:p>
              <a:pPr algn="ctr"/>
              <a:r>
                <a:rPr lang="en-US" sz="2000" b="1" dirty="0"/>
                <a:t>Registry</a:t>
              </a:r>
            </a:p>
            <a:p>
              <a:pPr algn="ctr"/>
              <a:r>
                <a:rPr lang="en-US" sz="2000" b="1" dirty="0"/>
                <a:t>(LiteDB)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6EEBCDDD-401F-03EC-CCBC-BF33A6014E05}"/>
                </a:ext>
              </a:extLst>
            </p:cNvPr>
            <p:cNvSpPr/>
            <p:nvPr/>
          </p:nvSpPr>
          <p:spPr>
            <a:xfrm>
              <a:off x="9244979" y="8789705"/>
              <a:ext cx="1371315" cy="658760"/>
            </a:xfrm>
            <a:prstGeom prst="rect">
              <a:avLst/>
            </a:prstGeom>
            <a:solidFill>
              <a:srgbClr val="002060"/>
            </a:solidFill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Schema Resolver</a:t>
              </a:r>
            </a:p>
          </p:txBody>
        </p: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9C3E3C0-A802-FE8A-1251-6AC4A2FEA9CC}"/>
                </a:ext>
              </a:extLst>
            </p:cNvPr>
            <p:cNvCxnSpPr>
              <a:cxnSpLocks/>
            </p:cNvCxnSpPr>
            <p:nvPr/>
          </p:nvCxnSpPr>
          <p:spPr>
            <a:xfrm>
              <a:off x="8772934" y="9154945"/>
              <a:ext cx="710520" cy="0"/>
            </a:xfrm>
            <a:prstGeom prst="line">
              <a:avLst/>
            </a:prstGeom>
            <a:ln w="57150">
              <a:solidFill>
                <a:schemeClr val="accent5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DA8B7A9-EEE3-D5E0-BF8F-A675CD72500D}"/>
                </a:ext>
              </a:extLst>
            </p:cNvPr>
            <p:cNvSpPr/>
            <p:nvPr/>
          </p:nvSpPr>
          <p:spPr>
            <a:xfrm>
              <a:off x="4376891" y="6675276"/>
              <a:ext cx="6663455" cy="3358782"/>
            </a:xfrm>
            <a:prstGeom prst="rect">
              <a:avLst/>
            </a:prstGeom>
            <a:noFill/>
            <a:ln w="57150">
              <a:solidFill>
                <a:srgbClr val="00206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sz="2000" b="1" dirty="0">
                  <a:solidFill>
                    <a:schemeClr val="tx1"/>
                  </a:solidFill>
                </a:rPr>
                <a:t>Society TDA 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531844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11946</TotalTime>
  <Words>1365</Words>
  <Application>Microsoft Office PowerPoint</Application>
  <PresentationFormat>Widescreen</PresentationFormat>
  <Paragraphs>444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Gill Sans MT</vt:lpstr>
      <vt:lpstr>Koblenz Serial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Visit with SAm</dc:title>
  <dc:creator>Michael Herman</dc:creator>
  <cp:lastModifiedBy>Michael Herman (Trusted Digital Web)</cp:lastModifiedBy>
  <cp:revision>80</cp:revision>
  <dcterms:created xsi:type="dcterms:W3CDTF">2022-11-13T23:25:12Z</dcterms:created>
  <dcterms:modified xsi:type="dcterms:W3CDTF">2026-04-12T16:33:17Z</dcterms:modified>
</cp:coreProperties>
</file>